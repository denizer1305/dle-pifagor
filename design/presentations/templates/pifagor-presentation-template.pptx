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webp" ContentType="image/jpe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olors1.xml" ContentType="application/vnd.ms-office.chartcolorstyle+xml"/>
  <Override PartName="/ppt/charts/style1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2" r:id="rId2"/>
    <p:sldId id="256" r:id="rId3"/>
    <p:sldId id="257" r:id="rId4"/>
    <p:sldId id="260" r:id="rId5"/>
    <p:sldId id="266" r:id="rId6"/>
    <p:sldId id="265" r:id="rId7"/>
    <p:sldId id="258" r:id="rId8"/>
    <p:sldId id="259" r:id="rId9"/>
    <p:sldId id="261" r:id="rId10"/>
    <p:sldId id="263" r:id="rId11"/>
    <p:sldId id="264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4458"/>
    <a:srgbClr val="9F9FAF"/>
    <a:srgbClr val="C4C4CE"/>
    <a:srgbClr val="4A6FA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33" autoAdjust="0"/>
    <p:restoredTop sz="93187" autoAdjust="0"/>
  </p:normalViewPr>
  <p:slideViewPr>
    <p:cSldViewPr snapToGrid="0">
      <p:cViewPr varScale="1">
        <p:scale>
          <a:sx n="106" d="100"/>
          <a:sy n="106" d="100"/>
        </p:scale>
        <p:origin x="-936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391723843958811E-4"/>
          <c:y val="6.8454094045234436E-3"/>
          <c:w val="0.98124999999999984"/>
          <c:h val="0.96250000230684041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/>
                      <a:t>1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8D5-4F8A-8BB5-9CB8074B2F43}"/>
                </c:ext>
              </c:extLst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/>
                      <a:t>2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8D5-4F8A-8BB5-9CB8074B2F43}"/>
                </c:ext>
              </c:extLst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/>
                      <a:t>3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8D5-4F8A-8BB5-9CB8074B2F43}"/>
                </c:ext>
              </c:extLst>
            </c:dLbl>
            <c:dLbl>
              <c:idx val="3"/>
              <c:layout/>
              <c:tx>
                <c:rich>
                  <a:bodyPr/>
                  <a:lstStyle/>
                  <a:p>
                    <a:r>
                      <a:rPr lang="en-US"/>
                      <a:t>4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8D5-4F8A-8BB5-9CB8074B2F43}"/>
                </c:ext>
              </c:extLst>
            </c:dLbl>
            <c:dLbl>
              <c:idx val="4"/>
              <c:layout/>
              <c:tx>
                <c:rich>
                  <a:bodyPr/>
                  <a:lstStyle/>
                  <a:p>
                    <a:r>
                      <a:rPr lang="en-US"/>
                      <a:t>5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8D5-4F8A-8BB5-9CB8074B2F43}"/>
                </c:ext>
              </c:extLst>
            </c:dLbl>
            <c:dLbl>
              <c:idx val="5"/>
              <c:layout/>
              <c:tx>
                <c:rich>
                  <a:bodyPr/>
                  <a:lstStyle/>
                  <a:p>
                    <a:r>
                      <a:rPr lang="en-US"/>
                      <a:t>6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8D5-4F8A-8BB5-9CB8074B2F43}"/>
                </c:ext>
              </c:extLst>
            </c:dLbl>
            <c:dLbl>
              <c:idx val="6"/>
              <c:layout/>
              <c:tx>
                <c:rich>
                  <a:bodyPr/>
                  <a:lstStyle/>
                  <a:p>
                    <a:r>
                      <a:rPr lang="en-US"/>
                      <a:t>7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8D5-4F8A-8BB5-9CB8074B2F43}"/>
                </c:ext>
              </c:extLst>
            </c:dLbl>
            <c:dLbl>
              <c:idx val="7"/>
              <c:layout/>
              <c:tx>
                <c:rich>
                  <a:bodyPr/>
                  <a:lstStyle/>
                  <a:p>
                    <a:r>
                      <a:rPr lang="en-US"/>
                      <a:t>8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8D5-4F8A-8BB5-9CB8074B2F43}"/>
                </c:ext>
              </c:extLst>
            </c:dLbl>
            <c:dLbl>
              <c:idx val="8"/>
              <c:layout/>
              <c:tx>
                <c:rich>
                  <a:bodyPr/>
                  <a:lstStyle/>
                  <a:p>
                    <a:r>
                      <a:rPr lang="en-US" dirty="0"/>
                      <a:t>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8D5-4F8A-8BB5-9CB8074B2F43}"/>
                </c:ext>
              </c:extLst>
            </c:dLbl>
            <c:dLbl>
              <c:idx val="9"/>
              <c:layout/>
              <c:tx>
                <c:rich>
                  <a:bodyPr/>
                  <a:lstStyle/>
                  <a:p>
                    <a:r>
                      <a:rPr lang="en-US"/>
                      <a:t>10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8D5-4F8A-8BB5-9CB8074B2F43}"/>
                </c:ext>
              </c:extLst>
            </c:dLbl>
            <c:dLbl>
              <c:idx val="10"/>
              <c:layout>
                <c:manualLayout>
                  <c:x val="0"/>
                  <c:y val="-4.6874997116449491E-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C8D5-4F8A-8BB5-9CB8074B2F43}"/>
                </c:ext>
              </c:extLst>
            </c:dLbl>
            <c:dLbl>
              <c:idx val="11"/>
              <c:layout/>
              <c:tx>
                <c:rich>
                  <a:bodyPr/>
                  <a:lstStyle/>
                  <a:p>
                    <a:r>
                      <a:rPr lang="en-US" dirty="0"/>
                      <a:t>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8D5-4F8A-8BB5-9CB8074B2F43}"/>
                </c:ext>
              </c:extLst>
            </c:dLbl>
            <c:dLbl>
              <c:idx val="12"/>
              <c:layout/>
              <c:tx>
                <c:rich>
                  <a:bodyPr/>
                  <a:lstStyle/>
                  <a:p>
                    <a:r>
                      <a:rPr lang="en-US" dirty="0"/>
                      <a:t>13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C8D5-4F8A-8BB5-9CB8074B2F43}"/>
                </c:ext>
              </c:extLst>
            </c:dLbl>
            <c:dLbl>
              <c:idx val="13"/>
              <c:layout/>
              <c:tx>
                <c:rich>
                  <a:bodyPr/>
                  <a:lstStyle/>
                  <a:p>
                    <a:r>
                      <a:rPr lang="en-US" dirty="0"/>
                      <a:t>14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C8D5-4F8A-8BB5-9CB8074B2F43}"/>
                </c:ext>
              </c:extLst>
            </c:dLbl>
            <c:dLbl>
              <c:idx val="14"/>
              <c:layout/>
              <c:tx>
                <c:rich>
                  <a:bodyPr/>
                  <a:lstStyle/>
                  <a:p>
                    <a:r>
                      <a:rPr lang="en-US" dirty="0"/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8D5-4F8A-8BB5-9CB8074B2F43}"/>
                </c:ext>
              </c:extLst>
            </c:dLbl>
            <c:dLbl>
              <c:idx val="15"/>
              <c:layout/>
              <c:tx>
                <c:rich>
                  <a:bodyPr/>
                  <a:lstStyle/>
                  <a:p>
                    <a:r>
                      <a:rPr lang="en-US" dirty="0"/>
                      <a:t>16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>
                  <c15:layout>
                    <c:manualLayout>
                      <c:w val="3.1453124999999998E-2"/>
                      <c:h val="4.127343496103377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C8D5-4F8A-8BB5-9CB8074B2F43}"/>
                </c:ext>
              </c:extLst>
            </c:dLbl>
            <c:dLbl>
              <c:idx val="16"/>
              <c:layout/>
              <c:tx>
                <c:rich>
                  <a:bodyPr/>
                  <a:lstStyle/>
                  <a:p>
                    <a:r>
                      <a:rPr lang="en-US"/>
                      <a:t>17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C8D5-4F8A-8BB5-9CB8074B2F4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Лист1!$A$2:$A$18</c:f>
              <c:numCache>
                <c:formatCode>General</c:formatCode>
                <c:ptCount val="1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</c:numCache>
            </c:numRef>
          </c:cat>
          <c:val>
            <c:numRef>
              <c:f>Лист1!$B$2:$B$18</c:f>
              <c:numCache>
                <c:formatCode>General</c:formatCode>
                <c:ptCount val="17"/>
                <c:pt idx="0">
                  <c:v>5</c:v>
                </c:pt>
                <c:pt idx="1">
                  <c:v>7</c:v>
                </c:pt>
                <c:pt idx="2">
                  <c:v>8</c:v>
                </c:pt>
                <c:pt idx="3">
                  <c:v>6</c:v>
                </c:pt>
                <c:pt idx="4">
                  <c:v>9</c:v>
                </c:pt>
                <c:pt idx="5">
                  <c:v>2</c:v>
                </c:pt>
                <c:pt idx="6">
                  <c:v>4</c:v>
                </c:pt>
                <c:pt idx="7">
                  <c:v>5</c:v>
                </c:pt>
                <c:pt idx="8">
                  <c:v>7</c:v>
                </c:pt>
                <c:pt idx="9">
                  <c:v>9</c:v>
                </c:pt>
                <c:pt idx="10">
                  <c:v>5</c:v>
                </c:pt>
                <c:pt idx="11">
                  <c:v>2</c:v>
                </c:pt>
                <c:pt idx="12">
                  <c:v>3</c:v>
                </c:pt>
                <c:pt idx="13">
                  <c:v>4</c:v>
                </c:pt>
                <c:pt idx="14">
                  <c:v>5</c:v>
                </c:pt>
                <c:pt idx="15">
                  <c:v>6</c:v>
                </c:pt>
                <c:pt idx="16">
                  <c:v>7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11-C8D5-4F8A-8BB5-9CB8074B2F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2463104"/>
        <c:axId val="252338752"/>
      </c:lineChart>
      <c:catAx>
        <c:axId val="25246310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52338752"/>
        <c:crosses val="autoZero"/>
        <c:auto val="1"/>
        <c:lblAlgn val="ctr"/>
        <c:lblOffset val="100"/>
        <c:noMultiLvlLbl val="0"/>
      </c:catAx>
      <c:valAx>
        <c:axId val="2523387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52463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6D7C2D-07AC-42BA-B82D-16BE11E9DAB2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7A19F-F151-4F3A-9D79-64FDD6C111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4597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7A19F-F151-4F3A-9D79-64FDD6C1113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487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7A19F-F151-4F3A-9D79-64FDD6C1113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4803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2AA4F5E-1CC4-4770-A383-9A225108A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FFE0993A-3A19-4D6C-8823-D47A550F3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C1F8970A-D040-4B8C-B107-801D22370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5AE0-EC09-485C-929B-1F47151E99D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CF4771C5-0971-4289-B97D-D687AEC82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180AAD5F-D463-4761-AD4F-D7DDA4BC1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DAA8F-F5B0-4D6B-9A88-369668E86E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3662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3D987DE-FA98-402A-A155-86E2C927C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5975AA75-7267-46A8-9F8D-2F26DAEDE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41794DB7-A81D-4F16-8748-3504260AB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5AE0-EC09-485C-929B-1F47151E99D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8A763D3E-8970-4BEF-ADC2-E62653E4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4C8DB7D-FE67-432F-B29A-9FA232080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DAA8F-F5B0-4D6B-9A88-369668E86E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4335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9BAD58C-0EA3-4282-82A7-639582690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2ED9907-2415-4DEA-808D-A38A9D89A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A1E2CD17-CBE2-4CCC-84AC-5203493EE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5AE0-EC09-485C-929B-1F47151E99D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45168692-1EE4-4B52-8045-8693E6BD4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9E15DACD-A090-43BE-9A22-0B2A1DF83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DAA8F-F5B0-4D6B-9A88-369668E86E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836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D149092-4877-4774-99A1-CC7EB6A0F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5A7DDE57-4B6D-4496-BB23-045B4C434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4A532CC8-4EF3-43D6-83BE-47BFDA62C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C4700527-4128-4053-B33F-0B8F4E957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5AE0-EC09-485C-929B-1F47151E99D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3C76DE06-FDCB-411B-B2BC-3BAC477F3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3E1A6F9D-F98D-474B-BF6A-7843C322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DAA8F-F5B0-4D6B-9A88-369668E86E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73334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23BB76D-6CEE-4832-AA14-12884FEAA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0BB03D96-6824-4AD6-A7CB-C250AA204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588321AE-ABF7-4615-AAE0-34D83219C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C5FF159E-A485-424E-907D-D3A49EB09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20ED5D81-0524-4A1D-9261-F7D4E3B72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BAE3A9A5-0055-4C6F-9F57-08664E2A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5AE0-EC09-485C-929B-1F47151E99D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D8CAA2BD-7078-45E6-AA73-9C303CFC6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8E7C8199-F1E4-481A-AC8E-627A710EC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DAA8F-F5B0-4D6B-9A88-369668E86E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0339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D647F5F-CD49-4B12-B4DB-FF45EF786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1DF45660-3C82-4A6F-953E-04BEE2B8D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5AE0-EC09-485C-929B-1F47151E99D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185A83E2-ADB8-4EEC-B155-A4E94917F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D6E9FF50-8F88-4CEA-B43B-427AB6B8C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DAA8F-F5B0-4D6B-9A88-369668E86E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18767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E6253A0A-C3A6-4795-8CF8-490233CA0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5AE0-EC09-485C-929B-1F47151E99D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EAE10F99-EBD6-4342-9820-BD6F41216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422F535F-B667-4365-B40C-848C988DC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DAA8F-F5B0-4D6B-9A88-369668E86E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264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0FE6E89-E861-4C6D-AA13-8EBC4269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797B063-DB72-4B80-A42F-71764C403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90C1766D-FF1F-4373-B75E-04FA36D24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A14E73B5-7B6F-48A6-B454-F7AB75201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5AE0-EC09-485C-929B-1F47151E99D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063F4A78-B691-4616-9576-FAA01E45A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E91156A4-75DD-4B07-B0AA-69CD588A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DAA8F-F5B0-4D6B-9A88-369668E86E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65688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375298E-F9B5-4B44-8EE5-0D6BEAB31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E3494653-8429-4620-9FC4-02A1B2F98D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AC8A7973-D9E9-4347-8DB2-19838C8E4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38484314-7C8E-4E6C-8F73-9630B2E1D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5AE0-EC09-485C-929B-1F47151E99D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4975F104-1159-4CE4-8FD5-32EB743A5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4BAF7765-5D3B-4F50-A4BF-E8A9025F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DAA8F-F5B0-4D6B-9A88-369668E86E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7855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F68E565-D0BB-49F9-AE60-16B619D32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70106D42-2823-47EC-A0DD-1B33C9BE6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D224A98-D0AB-40F4-98E9-0EF9875E3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5AE0-EC09-485C-929B-1F47151E99D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BB334B66-AA68-4AC3-9CDE-2C9626CD8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8D8AA550-01BA-4FB0-AA0A-08B58E464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DAA8F-F5B0-4D6B-9A88-369668E86E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91555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BD6F5C22-07FF-41AE-8302-B670562158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DC02D7E9-9A8F-4B1B-A45B-E302095A4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F4AEF9A9-0FB2-4238-9C8D-F2CF115B5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5AE0-EC09-485C-929B-1F47151E99D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D6831ABF-121C-4EE0-A857-F363A198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0019779-1180-43F4-9891-774A810B7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DAA8F-F5B0-4D6B-9A88-369668E86E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02460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CEDE91C-0AF3-46F0-A9F1-FEB7FDF97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8340C026-9409-493F-BB40-72B5D2B20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0E48C322-074E-42AC-899F-3F55FB7C8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D5AE0-EC09-485C-929B-1F47151E99D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777D2A7B-FF9A-4FBE-9493-F3CABAF0E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8A31710-2AD2-46D1-87F0-953DEBD66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DAA8F-F5B0-4D6B-9A88-369668E86E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373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webp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webp"/><Relationship Id="rId5" Type="http://schemas.openxmlformats.org/officeDocument/2006/relationships/image" Target="../media/image6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webp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webp"/><Relationship Id="rId5" Type="http://schemas.openxmlformats.org/officeDocument/2006/relationships/image" Target="../media/image8.pn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1.web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webp"/><Relationship Id="rId5" Type="http://schemas.openxmlformats.org/officeDocument/2006/relationships/image" Target="../media/image3.webp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Овал 30">
            <a:extLst>
              <a:ext uri="{FF2B5EF4-FFF2-40B4-BE49-F238E27FC236}">
                <a16:creationId xmlns:a16="http://schemas.microsoft.com/office/drawing/2014/main" xmlns="" id="{56950B40-54B4-4D36-A927-F8395F9BCE5A}"/>
              </a:ext>
            </a:extLst>
          </p:cNvPr>
          <p:cNvSpPr/>
          <p:nvPr/>
        </p:nvSpPr>
        <p:spPr>
          <a:xfrm>
            <a:off x="6854024" y="2573849"/>
            <a:ext cx="343240" cy="343240"/>
          </a:xfrm>
          <a:prstGeom prst="ellipse">
            <a:avLst/>
          </a:prstGeom>
          <a:solidFill>
            <a:srgbClr val="4A6FA5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xmlns="" id="{DA2C816C-9202-4E2F-94B2-2F0D24283CE2}"/>
              </a:ext>
            </a:extLst>
          </p:cNvPr>
          <p:cNvSpPr/>
          <p:nvPr/>
        </p:nvSpPr>
        <p:spPr>
          <a:xfrm>
            <a:off x="3396630" y="221997"/>
            <a:ext cx="5400000" cy="5400000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3357CD03-FCD9-46D0-9FCE-04731EBCBE34}"/>
              </a:ext>
            </a:extLst>
          </p:cNvPr>
          <p:cNvSpPr/>
          <p:nvPr/>
        </p:nvSpPr>
        <p:spPr>
          <a:xfrm>
            <a:off x="4231760" y="1057127"/>
            <a:ext cx="3729740" cy="3729740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xmlns="" id="{BD186D4F-C0F1-4D71-AFE9-A027DB3039D0}"/>
              </a:ext>
            </a:extLst>
          </p:cNvPr>
          <p:cNvSpPr/>
          <p:nvPr/>
        </p:nvSpPr>
        <p:spPr>
          <a:xfrm>
            <a:off x="5044878" y="1870245"/>
            <a:ext cx="2103504" cy="2103504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DAF8C25D-250C-4498-BC49-95771629A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911917" y="1282372"/>
            <a:ext cx="4368165" cy="3729741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xmlns="" id="{A1BA9B54-FE15-43FA-BF58-5749D56C83D1}"/>
              </a:ext>
            </a:extLst>
          </p:cNvPr>
          <p:cNvGrpSpPr/>
          <p:nvPr/>
        </p:nvGrpSpPr>
        <p:grpSpPr>
          <a:xfrm>
            <a:off x="6508406" y="1006133"/>
            <a:ext cx="343240" cy="343240"/>
            <a:chOff x="4693580" y="1950380"/>
            <a:chExt cx="343240" cy="343240"/>
          </a:xfrm>
        </p:grpSpPr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xmlns="" id="{7C57A6B4-FB6E-4BC4-9430-9FF7C1781642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xmlns="" id="{E30F4F70-F9D6-41A1-B28D-D79095B310BD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xmlns="" id="{021FD8B6-2F88-49CF-9D0D-082F62D8646F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xmlns="" id="{D4E294B1-6630-43C7-A3B9-CCE99753F882}"/>
              </a:ext>
            </a:extLst>
          </p:cNvPr>
          <p:cNvGrpSpPr/>
          <p:nvPr/>
        </p:nvGrpSpPr>
        <p:grpSpPr>
          <a:xfrm>
            <a:off x="4340196" y="3732188"/>
            <a:ext cx="343240" cy="343240"/>
            <a:chOff x="4693580" y="1950380"/>
            <a:chExt cx="343240" cy="343240"/>
          </a:xfrm>
        </p:grpSpPr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xmlns="" id="{D62251D8-D375-48A3-A4D4-01CA8194E404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xmlns="" id="{0628FBB7-EC03-4777-8FF4-BFFE3A1B744E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xmlns="" id="{EDAE818D-1D4C-4303-A01B-C49265AB6C33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xmlns="" id="{481F1341-10CB-40C5-9ABC-A7F648AED570}"/>
              </a:ext>
            </a:extLst>
          </p:cNvPr>
          <p:cNvGrpSpPr/>
          <p:nvPr/>
        </p:nvGrpSpPr>
        <p:grpSpPr>
          <a:xfrm>
            <a:off x="8220222" y="4184308"/>
            <a:ext cx="343240" cy="343240"/>
            <a:chOff x="4693580" y="1950380"/>
            <a:chExt cx="343240" cy="343240"/>
          </a:xfrm>
        </p:grpSpPr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xmlns="" id="{263C4D1B-414E-467A-B937-C25DA0F41337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xmlns="" id="{AD3326C5-1FFF-47B4-BD0E-29A4B6979B36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xmlns="" id="{5F719C89-D1A6-4420-945F-A726B7F7D4A5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xmlns="" id="{63D0F490-F7D9-43CA-9D36-85C3AAB8BB45}"/>
              </a:ext>
            </a:extLst>
          </p:cNvPr>
          <p:cNvGrpSpPr/>
          <p:nvPr/>
        </p:nvGrpSpPr>
        <p:grpSpPr>
          <a:xfrm>
            <a:off x="3977727" y="4634762"/>
            <a:ext cx="343240" cy="343240"/>
            <a:chOff x="4693580" y="1950380"/>
            <a:chExt cx="343240" cy="343240"/>
          </a:xfrm>
        </p:grpSpPr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xmlns="" id="{F241DE5A-12E9-4B68-8EDF-A53E2D90C48B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xmlns="" id="{A1DA3850-62F3-4AF2-AD20-58EC4B96A953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xmlns="" id="{B3E21241-94D9-49CB-8BF4-D0C9F0A1D5AF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xmlns="" id="{6BE4D29B-CEA5-4B48-A6BE-315B25FCA2BF}"/>
              </a:ext>
            </a:extLst>
          </p:cNvPr>
          <p:cNvGrpSpPr/>
          <p:nvPr/>
        </p:nvGrpSpPr>
        <p:grpSpPr>
          <a:xfrm>
            <a:off x="3825566" y="1044233"/>
            <a:ext cx="343240" cy="343240"/>
            <a:chOff x="4693580" y="1950380"/>
            <a:chExt cx="343240" cy="343240"/>
          </a:xfrm>
        </p:grpSpPr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xmlns="" id="{0EC66101-AE66-4998-A173-192B07C37BB5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xmlns="" id="{988EFCB9-F95E-4323-B029-D5BD97180C4B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xmlns="" id="{F5EB1B3A-223F-456E-B184-6711B149421D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2" name="Овал 31">
            <a:extLst>
              <a:ext uri="{FF2B5EF4-FFF2-40B4-BE49-F238E27FC236}">
                <a16:creationId xmlns:a16="http://schemas.microsoft.com/office/drawing/2014/main" xmlns="" id="{19C472C1-2E89-4683-8718-9B45F76A8EAA}"/>
              </a:ext>
            </a:extLst>
          </p:cNvPr>
          <p:cNvSpPr/>
          <p:nvPr/>
        </p:nvSpPr>
        <p:spPr>
          <a:xfrm>
            <a:off x="1420724" y="3822188"/>
            <a:ext cx="343240" cy="343240"/>
          </a:xfrm>
          <a:prstGeom prst="ellipse">
            <a:avLst/>
          </a:prstGeom>
          <a:solidFill>
            <a:srgbClr val="4A6FA5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xmlns="" id="{3396BE46-BC84-4B72-B5B5-4158C024237C}"/>
              </a:ext>
            </a:extLst>
          </p:cNvPr>
          <p:cNvSpPr/>
          <p:nvPr/>
        </p:nvSpPr>
        <p:spPr>
          <a:xfrm>
            <a:off x="5063804" y="966191"/>
            <a:ext cx="343240" cy="343240"/>
          </a:xfrm>
          <a:prstGeom prst="ellipse">
            <a:avLst/>
          </a:prstGeom>
          <a:solidFill>
            <a:srgbClr val="4A6FA5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xmlns="" id="{AABD80FF-4D31-4377-B76F-5DC62A5CD979}"/>
              </a:ext>
            </a:extLst>
          </p:cNvPr>
          <p:cNvSpPr/>
          <p:nvPr/>
        </p:nvSpPr>
        <p:spPr>
          <a:xfrm>
            <a:off x="10677902" y="3309922"/>
            <a:ext cx="343240" cy="343240"/>
          </a:xfrm>
          <a:prstGeom prst="ellipse">
            <a:avLst/>
          </a:prstGeom>
          <a:solidFill>
            <a:srgbClr val="4A6FA5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xmlns="" id="{59DAEFBE-63B2-42F9-870C-B92F2D0864D2}"/>
              </a:ext>
            </a:extLst>
          </p:cNvPr>
          <p:cNvSpPr/>
          <p:nvPr/>
        </p:nvSpPr>
        <p:spPr>
          <a:xfrm>
            <a:off x="-394398" y="-747696"/>
            <a:ext cx="2454692" cy="2454692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xmlns="" id="{EB585DA8-3A82-42F9-B28B-9C687DF7A528}"/>
              </a:ext>
            </a:extLst>
          </p:cNvPr>
          <p:cNvCxnSpPr>
            <a:cxnSpLocks/>
          </p:cNvCxnSpPr>
          <p:nvPr/>
        </p:nvCxnSpPr>
        <p:spPr>
          <a:xfrm>
            <a:off x="-451413" y="1025648"/>
            <a:ext cx="10152773" cy="6995608"/>
          </a:xfrm>
          <a:prstGeom prst="line">
            <a:avLst/>
          </a:prstGeom>
          <a:ln w="3175">
            <a:solidFill>
              <a:srgbClr val="C4C4CE">
                <a:alpha val="7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Овал 48">
            <a:extLst>
              <a:ext uri="{FF2B5EF4-FFF2-40B4-BE49-F238E27FC236}">
                <a16:creationId xmlns:a16="http://schemas.microsoft.com/office/drawing/2014/main" xmlns="" id="{1190EFC0-EE14-4EF7-BF7A-8842B65C3F94}"/>
              </a:ext>
            </a:extLst>
          </p:cNvPr>
          <p:cNvSpPr/>
          <p:nvPr/>
        </p:nvSpPr>
        <p:spPr>
          <a:xfrm>
            <a:off x="11047366" y="-529201"/>
            <a:ext cx="1495392" cy="1495392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xmlns="" id="{179DD10E-8A3E-479D-92E9-0D03ED7BFD77}"/>
              </a:ext>
            </a:extLst>
          </p:cNvPr>
          <p:cNvSpPr/>
          <p:nvPr/>
        </p:nvSpPr>
        <p:spPr>
          <a:xfrm>
            <a:off x="9533442" y="4222408"/>
            <a:ext cx="3729740" cy="3729740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F4E48EA7-330A-4C7C-9C3F-3F9E93FED7B4}"/>
              </a:ext>
            </a:extLst>
          </p:cNvPr>
          <p:cNvSpPr txBox="1"/>
          <p:nvPr/>
        </p:nvSpPr>
        <p:spPr>
          <a:xfrm>
            <a:off x="1366894" y="5314768"/>
            <a:ext cx="948262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srgbClr val="394458"/>
                </a:solidFill>
                <a:latin typeface="Forum" panose="02000000000000000000" pitchFamily="2" charset="0"/>
              </a:rPr>
              <a:t>Образовательная платформа «Пифагор»</a:t>
            </a:r>
          </a:p>
        </p:txBody>
      </p:sp>
      <p:sp>
        <p:nvSpPr>
          <p:cNvPr id="53" name="Овал 52">
            <a:extLst>
              <a:ext uri="{FF2B5EF4-FFF2-40B4-BE49-F238E27FC236}">
                <a16:creationId xmlns:a16="http://schemas.microsoft.com/office/drawing/2014/main" xmlns="" id="{45C218B8-E0F0-4D20-B80E-FB4F792E8027}"/>
              </a:ext>
            </a:extLst>
          </p:cNvPr>
          <p:cNvSpPr/>
          <p:nvPr/>
        </p:nvSpPr>
        <p:spPr>
          <a:xfrm>
            <a:off x="-982083" y="5192046"/>
            <a:ext cx="2454692" cy="2454692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7695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Овал 30">
            <a:extLst>
              <a:ext uri="{FF2B5EF4-FFF2-40B4-BE49-F238E27FC236}">
                <a16:creationId xmlns:a16="http://schemas.microsoft.com/office/drawing/2014/main" xmlns="" id="{56950B40-54B4-4D36-A927-F8395F9BCE5A}"/>
              </a:ext>
            </a:extLst>
          </p:cNvPr>
          <p:cNvSpPr/>
          <p:nvPr/>
        </p:nvSpPr>
        <p:spPr>
          <a:xfrm>
            <a:off x="9875358" y="2517164"/>
            <a:ext cx="343240" cy="343240"/>
          </a:xfrm>
          <a:prstGeom prst="ellipse">
            <a:avLst/>
          </a:prstGeom>
          <a:solidFill>
            <a:srgbClr val="4A6FA5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xmlns="" id="{DA2C816C-9202-4E2F-94B2-2F0D24283CE2}"/>
              </a:ext>
            </a:extLst>
          </p:cNvPr>
          <p:cNvSpPr/>
          <p:nvPr/>
        </p:nvSpPr>
        <p:spPr>
          <a:xfrm>
            <a:off x="6417964" y="165312"/>
            <a:ext cx="5400000" cy="5400000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3357CD03-FCD9-46D0-9FCE-04731EBCBE34}"/>
              </a:ext>
            </a:extLst>
          </p:cNvPr>
          <p:cNvSpPr/>
          <p:nvPr/>
        </p:nvSpPr>
        <p:spPr>
          <a:xfrm>
            <a:off x="7253094" y="1000442"/>
            <a:ext cx="3729740" cy="3729740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xmlns="" id="{BD186D4F-C0F1-4D71-AFE9-A027DB3039D0}"/>
              </a:ext>
            </a:extLst>
          </p:cNvPr>
          <p:cNvSpPr/>
          <p:nvPr/>
        </p:nvSpPr>
        <p:spPr>
          <a:xfrm>
            <a:off x="8066212" y="1813560"/>
            <a:ext cx="2103504" cy="2103504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DAF8C25D-250C-4498-BC49-95771629A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933251" y="1225687"/>
            <a:ext cx="4368165" cy="3729741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xmlns="" id="{A1BA9B54-FE15-43FA-BF58-5749D56C83D1}"/>
              </a:ext>
            </a:extLst>
          </p:cNvPr>
          <p:cNvGrpSpPr/>
          <p:nvPr/>
        </p:nvGrpSpPr>
        <p:grpSpPr>
          <a:xfrm>
            <a:off x="9529740" y="949448"/>
            <a:ext cx="343240" cy="343240"/>
            <a:chOff x="4693580" y="1950380"/>
            <a:chExt cx="343240" cy="343240"/>
          </a:xfrm>
        </p:grpSpPr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xmlns="" id="{7C57A6B4-FB6E-4BC4-9430-9FF7C1781642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xmlns="" id="{E30F4F70-F9D6-41A1-B28D-D79095B310BD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xmlns="" id="{021FD8B6-2F88-49CF-9D0D-082F62D8646F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xmlns="" id="{D4E294B1-6630-43C7-A3B9-CCE99753F882}"/>
              </a:ext>
            </a:extLst>
          </p:cNvPr>
          <p:cNvGrpSpPr/>
          <p:nvPr/>
        </p:nvGrpSpPr>
        <p:grpSpPr>
          <a:xfrm>
            <a:off x="7361530" y="3675503"/>
            <a:ext cx="343240" cy="343240"/>
            <a:chOff x="4693580" y="1950380"/>
            <a:chExt cx="343240" cy="343240"/>
          </a:xfrm>
        </p:grpSpPr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xmlns="" id="{D62251D8-D375-48A3-A4D4-01CA8194E404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xmlns="" id="{0628FBB7-EC03-4777-8FF4-BFFE3A1B744E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xmlns="" id="{EDAE818D-1D4C-4303-A01B-C49265AB6C33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xmlns="" id="{481F1341-10CB-40C5-9ABC-A7F648AED570}"/>
              </a:ext>
            </a:extLst>
          </p:cNvPr>
          <p:cNvGrpSpPr/>
          <p:nvPr/>
        </p:nvGrpSpPr>
        <p:grpSpPr>
          <a:xfrm>
            <a:off x="11241556" y="4127623"/>
            <a:ext cx="343240" cy="343240"/>
            <a:chOff x="4693580" y="1950380"/>
            <a:chExt cx="343240" cy="343240"/>
          </a:xfrm>
        </p:grpSpPr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xmlns="" id="{263C4D1B-414E-467A-B937-C25DA0F41337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xmlns="" id="{AD3326C5-1FFF-47B4-BD0E-29A4B6979B36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xmlns="" id="{5F719C89-D1A6-4420-945F-A726B7F7D4A5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xmlns="" id="{63D0F490-F7D9-43CA-9D36-85C3AAB8BB45}"/>
              </a:ext>
            </a:extLst>
          </p:cNvPr>
          <p:cNvGrpSpPr/>
          <p:nvPr/>
        </p:nvGrpSpPr>
        <p:grpSpPr>
          <a:xfrm>
            <a:off x="8066212" y="5276101"/>
            <a:ext cx="343240" cy="343240"/>
            <a:chOff x="4693580" y="1950380"/>
            <a:chExt cx="343240" cy="343240"/>
          </a:xfrm>
        </p:grpSpPr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xmlns="" id="{F241DE5A-12E9-4B68-8EDF-A53E2D90C48B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xmlns="" id="{A1DA3850-62F3-4AF2-AD20-58EC4B96A953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xmlns="" id="{B3E21241-94D9-49CB-8BF4-D0C9F0A1D5AF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xmlns="" id="{6BE4D29B-CEA5-4B48-A6BE-315B25FCA2BF}"/>
              </a:ext>
            </a:extLst>
          </p:cNvPr>
          <p:cNvGrpSpPr/>
          <p:nvPr/>
        </p:nvGrpSpPr>
        <p:grpSpPr>
          <a:xfrm>
            <a:off x="6846900" y="987548"/>
            <a:ext cx="343240" cy="343240"/>
            <a:chOff x="4693580" y="1950380"/>
            <a:chExt cx="343240" cy="343240"/>
          </a:xfrm>
        </p:grpSpPr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xmlns="" id="{0EC66101-AE66-4998-A173-192B07C37BB5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xmlns="" id="{988EFCB9-F95E-4323-B029-D5BD97180C4B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xmlns="" id="{F5EB1B3A-223F-456E-B184-6711B149421D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2" name="Овал 31">
            <a:extLst>
              <a:ext uri="{FF2B5EF4-FFF2-40B4-BE49-F238E27FC236}">
                <a16:creationId xmlns:a16="http://schemas.microsoft.com/office/drawing/2014/main" xmlns="" id="{19C472C1-2E89-4683-8718-9B45F76A8EAA}"/>
              </a:ext>
            </a:extLst>
          </p:cNvPr>
          <p:cNvSpPr/>
          <p:nvPr/>
        </p:nvSpPr>
        <p:spPr>
          <a:xfrm>
            <a:off x="4187073" y="4935334"/>
            <a:ext cx="343240" cy="343240"/>
          </a:xfrm>
          <a:prstGeom prst="ellipse">
            <a:avLst/>
          </a:prstGeom>
          <a:solidFill>
            <a:srgbClr val="4A6FA5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xmlns="" id="{3396BE46-BC84-4B72-B5B5-4158C024237C}"/>
              </a:ext>
            </a:extLst>
          </p:cNvPr>
          <p:cNvSpPr/>
          <p:nvPr/>
        </p:nvSpPr>
        <p:spPr>
          <a:xfrm>
            <a:off x="5063804" y="966191"/>
            <a:ext cx="343240" cy="343240"/>
          </a:xfrm>
          <a:prstGeom prst="ellipse">
            <a:avLst/>
          </a:prstGeom>
          <a:solidFill>
            <a:srgbClr val="4A6FA5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xmlns="" id="{AABD80FF-4D31-4377-B76F-5DC62A5CD979}"/>
              </a:ext>
            </a:extLst>
          </p:cNvPr>
          <p:cNvSpPr/>
          <p:nvPr/>
        </p:nvSpPr>
        <p:spPr>
          <a:xfrm>
            <a:off x="11004654" y="6349448"/>
            <a:ext cx="343240" cy="343240"/>
          </a:xfrm>
          <a:prstGeom prst="ellipse">
            <a:avLst/>
          </a:prstGeom>
          <a:solidFill>
            <a:srgbClr val="4A6FA5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xmlns="" id="{38B45461-634B-4BE0-AC75-B98D8A9EF33E}"/>
              </a:ext>
            </a:extLst>
          </p:cNvPr>
          <p:cNvSpPr/>
          <p:nvPr/>
        </p:nvSpPr>
        <p:spPr>
          <a:xfrm>
            <a:off x="-832767" y="4470863"/>
            <a:ext cx="3316274" cy="3316274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xmlns="" id="{59DAEFBE-63B2-42F9-870C-B92F2D0864D2}"/>
              </a:ext>
            </a:extLst>
          </p:cNvPr>
          <p:cNvSpPr/>
          <p:nvPr/>
        </p:nvSpPr>
        <p:spPr>
          <a:xfrm>
            <a:off x="2207648" y="-747696"/>
            <a:ext cx="1495392" cy="1495392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xmlns="" id="{EB585DA8-3A82-42F9-B28B-9C687DF7A528}"/>
              </a:ext>
            </a:extLst>
          </p:cNvPr>
          <p:cNvCxnSpPr>
            <a:cxnSpLocks/>
          </p:cNvCxnSpPr>
          <p:nvPr/>
        </p:nvCxnSpPr>
        <p:spPr>
          <a:xfrm>
            <a:off x="-451413" y="1025648"/>
            <a:ext cx="10152773" cy="6995608"/>
          </a:xfrm>
          <a:prstGeom prst="line">
            <a:avLst/>
          </a:prstGeom>
          <a:ln w="3175">
            <a:solidFill>
              <a:srgbClr val="C4C4CE">
                <a:alpha val="7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498A25D1-C6CE-4A48-AF90-DAD5E48F81EF}"/>
              </a:ext>
            </a:extLst>
          </p:cNvPr>
          <p:cNvSpPr txBox="1"/>
          <p:nvPr/>
        </p:nvSpPr>
        <p:spPr>
          <a:xfrm>
            <a:off x="310794" y="1121068"/>
            <a:ext cx="60442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b="1" dirty="0">
                <a:solidFill>
                  <a:srgbClr val="394458"/>
                </a:solidFill>
                <a:latin typeface="Forum" panose="02000000000000000000" pitchFamily="2" charset="0"/>
              </a:rPr>
              <a:t>Введите название вашего урока</a:t>
            </a:r>
          </a:p>
        </p:txBody>
      </p: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xmlns="" id="{84B22299-5ECE-4952-AACA-F6854EBD7A9D}"/>
              </a:ext>
            </a:extLst>
          </p:cNvPr>
          <p:cNvGrpSpPr/>
          <p:nvPr/>
        </p:nvGrpSpPr>
        <p:grpSpPr>
          <a:xfrm>
            <a:off x="310794" y="3011602"/>
            <a:ext cx="2772358" cy="307777"/>
            <a:chOff x="491029" y="3990624"/>
            <a:chExt cx="2772358" cy="307777"/>
          </a:xfrm>
        </p:grpSpPr>
        <p:sp>
          <p:nvSpPr>
            <p:cNvPr id="42" name="Прямоугольник: скругленные углы 41">
              <a:extLst>
                <a:ext uri="{FF2B5EF4-FFF2-40B4-BE49-F238E27FC236}">
                  <a16:creationId xmlns:a16="http://schemas.microsoft.com/office/drawing/2014/main" xmlns="" id="{7C0F3A8C-B341-49C2-A371-63CBCC0FE4C3}"/>
                </a:ext>
              </a:extLst>
            </p:cNvPr>
            <p:cNvSpPr/>
            <p:nvPr/>
          </p:nvSpPr>
          <p:spPr>
            <a:xfrm rot="10800000">
              <a:off x="491029" y="4054759"/>
              <a:ext cx="52530" cy="206582"/>
            </a:xfrm>
            <a:prstGeom prst="roundRect">
              <a:avLst/>
            </a:prstGeom>
            <a:gradFill>
              <a:gsLst>
                <a:gs pos="0">
                  <a:srgbClr val="394458"/>
                </a:gs>
                <a:gs pos="52000">
                  <a:srgbClr val="4A6FA5"/>
                </a:gs>
                <a:gs pos="79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516FCBBA-1C22-47EA-B94F-DD05F3B32063}"/>
                </a:ext>
              </a:extLst>
            </p:cNvPr>
            <p:cNvSpPr txBox="1"/>
            <p:nvPr/>
          </p:nvSpPr>
          <p:spPr>
            <a:xfrm>
              <a:off x="545335" y="3990624"/>
              <a:ext cx="2718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>
                  <a:solidFill>
                    <a:srgbClr val="9F9FAF"/>
                  </a:solidFill>
                  <a:latin typeface="PT Sans" panose="020B0503020203020204" pitchFamily="34" charset="-52"/>
                </a:rPr>
                <a:t>Подзаголовок для вашего урока</a:t>
              </a:r>
            </a:p>
          </p:txBody>
        </p:sp>
      </p:grpSp>
      <p:pic>
        <p:nvPicPr>
          <p:cNvPr id="44" name="Рисунок 43">
            <a:extLst>
              <a:ext uri="{FF2B5EF4-FFF2-40B4-BE49-F238E27FC236}">
                <a16:creationId xmlns:a16="http://schemas.microsoft.com/office/drawing/2014/main" xmlns="" id="{7BB585BF-4274-447C-8519-C26741DEFC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490" y="6351107"/>
            <a:ext cx="240908" cy="250662"/>
          </a:xfrm>
          <a:prstGeom prst="rect">
            <a:avLst/>
          </a:prstGeom>
        </p:spPr>
      </p:pic>
      <p:grpSp>
        <p:nvGrpSpPr>
          <p:cNvPr id="45" name="Группа 44">
            <a:extLst>
              <a:ext uri="{FF2B5EF4-FFF2-40B4-BE49-F238E27FC236}">
                <a16:creationId xmlns:a16="http://schemas.microsoft.com/office/drawing/2014/main" xmlns="" id="{FD27D073-324A-41A0-BAA0-B817F3A8307D}"/>
              </a:ext>
            </a:extLst>
          </p:cNvPr>
          <p:cNvGrpSpPr/>
          <p:nvPr/>
        </p:nvGrpSpPr>
        <p:grpSpPr>
          <a:xfrm>
            <a:off x="349732" y="6316873"/>
            <a:ext cx="4547231" cy="319130"/>
            <a:chOff x="349732" y="6316873"/>
            <a:chExt cx="4547232" cy="30671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04ED4F76-4396-4280-B064-3CE30FD67691}"/>
                </a:ext>
              </a:extLst>
            </p:cNvPr>
            <p:cNvSpPr txBox="1"/>
            <p:nvPr/>
          </p:nvSpPr>
          <p:spPr>
            <a:xfrm>
              <a:off x="349732" y="6316873"/>
              <a:ext cx="4547232" cy="306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rgbClr val="C4C4CE"/>
                  </a:solidFill>
                  <a:latin typeface="PT Sans" panose="020B0503020203020204" pitchFamily="34" charset="-52"/>
                </a:rPr>
                <a:t>г. Владимир 2026 г. </a:t>
              </a:r>
              <a:r>
                <a:rPr lang="en-US" sz="1400" dirty="0">
                  <a:solidFill>
                    <a:srgbClr val="C4C4CE"/>
                  </a:solidFill>
                  <a:latin typeface="PT Sans" panose="020B0503020203020204" pitchFamily="34" charset="-52"/>
                </a:rPr>
                <a:t>|</a:t>
              </a:r>
              <a:r>
                <a:rPr lang="ru-RU" sz="1400" dirty="0">
                  <a:solidFill>
                    <a:srgbClr val="C4C4CE"/>
                  </a:solidFill>
                  <a:latin typeface="PT Sans" panose="020B0503020203020204" pitchFamily="34" charset="-52"/>
                </a:rPr>
                <a:t>      ГАПОУ ВО «</a:t>
              </a:r>
              <a:r>
                <a:rPr lang="ru-RU" sz="1400" dirty="0" err="1">
                  <a:solidFill>
                    <a:srgbClr val="C4C4CE"/>
                  </a:solidFill>
                  <a:latin typeface="PT Sans" panose="020B0503020203020204" pitchFamily="34" charset="-52"/>
                </a:rPr>
                <a:t>ВлГК</a:t>
              </a:r>
              <a:r>
                <a:rPr lang="ru-RU" sz="1400" dirty="0">
                  <a:solidFill>
                    <a:srgbClr val="C4C4CE"/>
                  </a:solidFill>
                  <a:latin typeface="PT Sans" panose="020B0503020203020204" pitchFamily="34" charset="-52"/>
                </a:rPr>
                <a:t> им. </a:t>
              </a:r>
              <a:r>
                <a:rPr lang="ru-RU" sz="1400" dirty="0" err="1">
                  <a:solidFill>
                    <a:srgbClr val="C4C4CE"/>
                  </a:solidFill>
                  <a:latin typeface="PT Sans" panose="020B0503020203020204" pitchFamily="34" charset="-52"/>
                </a:rPr>
                <a:t>Советкина</a:t>
              </a:r>
              <a:r>
                <a:rPr lang="ru-RU" sz="1400" dirty="0">
                  <a:solidFill>
                    <a:srgbClr val="C4C4CE"/>
                  </a:solidFill>
                  <a:latin typeface="PT Sans" panose="020B0503020203020204" pitchFamily="34" charset="-52"/>
                </a:rPr>
                <a:t>»</a:t>
              </a:r>
              <a:r>
                <a:rPr lang="en-US" sz="1400" dirty="0">
                  <a:solidFill>
                    <a:srgbClr val="C4C4CE"/>
                  </a:solidFill>
                  <a:latin typeface="PT Sans" panose="020B0503020203020204" pitchFamily="34" charset="-52"/>
                </a:rPr>
                <a:t> </a:t>
              </a:r>
              <a:endParaRPr lang="ru-RU" sz="1400" dirty="0">
                <a:solidFill>
                  <a:srgbClr val="C4C4CE"/>
                </a:solidFill>
                <a:latin typeface="PT Sans" panose="020B0503020203020204" pitchFamily="34" charset="-52"/>
              </a:endParaRPr>
            </a:p>
          </p:txBody>
        </p:sp>
        <p:pic>
          <p:nvPicPr>
            <p:cNvPr id="47" name="Рисунок 46">
              <a:extLst>
                <a:ext uri="{FF2B5EF4-FFF2-40B4-BE49-F238E27FC236}">
                  <a16:creationId xmlns:a16="http://schemas.microsoft.com/office/drawing/2014/main" xmlns="" id="{3108B409-F78A-4CD1-90EB-B8AA088FF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16490" y="6349775"/>
              <a:ext cx="240908" cy="240908"/>
            </a:xfrm>
            <a:prstGeom prst="rect">
              <a:avLst/>
            </a:prstGeom>
          </p:spPr>
        </p:pic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482A63A6-B8D2-4BAF-AC83-1650960C2A38}"/>
              </a:ext>
            </a:extLst>
          </p:cNvPr>
          <p:cNvSpPr txBox="1"/>
          <p:nvPr/>
        </p:nvSpPr>
        <p:spPr>
          <a:xfrm>
            <a:off x="306447" y="3554735"/>
            <a:ext cx="4590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9F9FAF"/>
                </a:solidFill>
              </a:rPr>
              <a:t>Подготовил: преподаватель </a:t>
            </a:r>
            <a:r>
              <a:rPr lang="ru-RU" sz="1600" i="1" dirty="0">
                <a:solidFill>
                  <a:srgbClr val="9F9FAF"/>
                </a:solidFill>
              </a:rPr>
              <a:t>название дисциплины Фамилия Имя Отчество</a:t>
            </a:r>
          </a:p>
        </p:txBody>
      </p:sp>
    </p:spTree>
    <p:extLst>
      <p:ext uri="{BB962C8B-B14F-4D97-AF65-F5344CB8AC3E}">
        <p14:creationId xmlns:p14="http://schemas.microsoft.com/office/powerpoint/2010/main" val="14175650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Группа 37">
            <a:extLst>
              <a:ext uri="{FF2B5EF4-FFF2-40B4-BE49-F238E27FC236}">
                <a16:creationId xmlns:a16="http://schemas.microsoft.com/office/drawing/2014/main" xmlns="" id="{C9B1A4D3-AAD8-4112-BFE5-1674A1B5E5FA}"/>
              </a:ext>
            </a:extLst>
          </p:cNvPr>
          <p:cNvGrpSpPr/>
          <p:nvPr/>
        </p:nvGrpSpPr>
        <p:grpSpPr>
          <a:xfrm>
            <a:off x="6646072" y="551259"/>
            <a:ext cx="343240" cy="343240"/>
            <a:chOff x="4693580" y="1950380"/>
            <a:chExt cx="343240" cy="343240"/>
          </a:xfrm>
        </p:grpSpPr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xmlns="" id="{9A59C260-1466-4E8C-87CC-5F86C8265DC1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xmlns="" id="{FC477E6D-09CD-4298-8576-9D58A4DADDAA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xmlns="" id="{18A3AFE4-6CCF-4F39-B874-F162D2607D95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xmlns="" id="{04DEAF13-5B0F-4735-B2A9-41E7985CD305}"/>
              </a:ext>
            </a:extLst>
          </p:cNvPr>
          <p:cNvGrpSpPr/>
          <p:nvPr/>
        </p:nvGrpSpPr>
        <p:grpSpPr>
          <a:xfrm>
            <a:off x="10763932" y="5028566"/>
            <a:ext cx="343240" cy="343240"/>
            <a:chOff x="4693580" y="1950380"/>
            <a:chExt cx="343240" cy="343240"/>
          </a:xfrm>
        </p:grpSpPr>
        <p:sp>
          <p:nvSpPr>
            <p:cNvPr id="43" name="Овал 42">
              <a:extLst>
                <a:ext uri="{FF2B5EF4-FFF2-40B4-BE49-F238E27FC236}">
                  <a16:creationId xmlns:a16="http://schemas.microsoft.com/office/drawing/2014/main" xmlns="" id="{F0A542F0-E53E-4162-B7FD-26F4ED79AF22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4" name="Овал 43">
              <a:extLst>
                <a:ext uri="{FF2B5EF4-FFF2-40B4-BE49-F238E27FC236}">
                  <a16:creationId xmlns:a16="http://schemas.microsoft.com/office/drawing/2014/main" xmlns="" id="{BF6DCF9C-1E90-40BE-B802-E2FC08C5BE0E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xmlns="" id="{DC86B449-71C0-43DD-9CAB-C8AE4F2DA71A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xmlns="" id="{4C89CE01-380B-43D3-BA56-B892E3DE3F97}"/>
              </a:ext>
            </a:extLst>
          </p:cNvPr>
          <p:cNvGrpSpPr/>
          <p:nvPr/>
        </p:nvGrpSpPr>
        <p:grpSpPr>
          <a:xfrm>
            <a:off x="11794907" y="2392172"/>
            <a:ext cx="343240" cy="343240"/>
            <a:chOff x="4693580" y="1950380"/>
            <a:chExt cx="343240" cy="343240"/>
          </a:xfrm>
        </p:grpSpPr>
        <p:sp>
          <p:nvSpPr>
            <p:cNvPr id="47" name="Овал 46">
              <a:extLst>
                <a:ext uri="{FF2B5EF4-FFF2-40B4-BE49-F238E27FC236}">
                  <a16:creationId xmlns:a16="http://schemas.microsoft.com/office/drawing/2014/main" xmlns="" id="{E7C9697F-65B2-4C0B-BAC9-E85ECBC1AE2A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Овал 47">
              <a:extLst>
                <a:ext uri="{FF2B5EF4-FFF2-40B4-BE49-F238E27FC236}">
                  <a16:creationId xmlns:a16="http://schemas.microsoft.com/office/drawing/2014/main" xmlns="" id="{39A2C68E-76E7-4276-9D07-E6BBA0752512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Овал 48">
              <a:extLst>
                <a:ext uri="{FF2B5EF4-FFF2-40B4-BE49-F238E27FC236}">
                  <a16:creationId xmlns:a16="http://schemas.microsoft.com/office/drawing/2014/main" xmlns="" id="{D346DC05-834B-4E9B-896F-E40ACCA666D9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7" name="Овал 36">
            <a:extLst>
              <a:ext uri="{FF2B5EF4-FFF2-40B4-BE49-F238E27FC236}">
                <a16:creationId xmlns:a16="http://schemas.microsoft.com/office/drawing/2014/main" xmlns="" id="{D7BFE265-4661-4809-A77B-762FB8D6F904}"/>
              </a:ext>
            </a:extLst>
          </p:cNvPr>
          <p:cNvSpPr/>
          <p:nvPr/>
        </p:nvSpPr>
        <p:spPr>
          <a:xfrm>
            <a:off x="9312371" y="2085023"/>
            <a:ext cx="3115163" cy="3115163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xmlns="" id="{11032426-A1B3-46AD-B960-55AA2D7385EC}"/>
              </a:ext>
            </a:extLst>
          </p:cNvPr>
          <p:cNvSpPr/>
          <p:nvPr/>
        </p:nvSpPr>
        <p:spPr>
          <a:xfrm>
            <a:off x="8567119" y="4294208"/>
            <a:ext cx="3933524" cy="3933524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xmlns="" id="{2AED08C1-7A99-4D7E-85E4-3347C8ECB809}"/>
              </a:ext>
            </a:extLst>
          </p:cNvPr>
          <p:cNvSpPr/>
          <p:nvPr/>
        </p:nvSpPr>
        <p:spPr>
          <a:xfrm>
            <a:off x="2825865" y="1066451"/>
            <a:ext cx="5400000" cy="5400000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xmlns="" id="{FF61FB81-0186-46C4-8667-5EFA0A26B92F}"/>
              </a:ext>
            </a:extLst>
          </p:cNvPr>
          <p:cNvSpPr/>
          <p:nvPr/>
        </p:nvSpPr>
        <p:spPr>
          <a:xfrm>
            <a:off x="1596371" y="-951484"/>
            <a:ext cx="5400000" cy="5400000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xmlns="" id="{6D0578D1-809A-49A0-8292-5D1394CEF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64889" y="0"/>
            <a:ext cx="6227111" cy="6858000"/>
          </a:xfrm>
          <a:custGeom>
            <a:avLst/>
            <a:gdLst>
              <a:gd name="connsiteX0" fmla="*/ 1556778 w 6227111"/>
              <a:gd name="connsiteY0" fmla="*/ 0 h 6858000"/>
              <a:gd name="connsiteX1" fmla="*/ 6227111 w 6227111"/>
              <a:gd name="connsiteY1" fmla="*/ 0 h 6858000"/>
              <a:gd name="connsiteX2" fmla="*/ 4670333 w 6227111"/>
              <a:gd name="connsiteY2" fmla="*/ 6858000 h 6858000"/>
              <a:gd name="connsiteX3" fmla="*/ 0 w 62271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7111" h="6858000">
                <a:moveTo>
                  <a:pt x="1556778" y="0"/>
                </a:moveTo>
                <a:lnTo>
                  <a:pt x="6227111" y="0"/>
                </a:lnTo>
                <a:lnTo>
                  <a:pt x="467033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FD1FBC4E-8C9A-4913-AC6E-24CC87010E92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94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ru-RU" dirty="0">
              <a:solidFill>
                <a:srgbClr val="394458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8BECB247-2F2F-4F46-8FE4-DFE838A860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31152" y="239283"/>
            <a:ext cx="333375" cy="3905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77CDCA11-645F-4D46-82B3-A161327ED4C5}"/>
              </a:ext>
            </a:extLst>
          </p:cNvPr>
          <p:cNvSpPr txBox="1"/>
          <p:nvPr/>
        </p:nvSpPr>
        <p:spPr>
          <a:xfrm>
            <a:off x="664527" y="434545"/>
            <a:ext cx="2762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Forum" panose="02000000000000000000" pitchFamily="2" charset="0"/>
              </a:rPr>
              <a:t>Образовательная платформа - Пифагор</a:t>
            </a: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4AF70D64-77E9-431D-B67A-FF46128187FB}"/>
              </a:ext>
            </a:extLst>
          </p:cNvPr>
          <p:cNvCxnSpPr/>
          <p:nvPr/>
        </p:nvCxnSpPr>
        <p:spPr>
          <a:xfrm>
            <a:off x="701040" y="484075"/>
            <a:ext cx="279273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8DB516B6-9B92-410A-A7E4-D26544710839}"/>
              </a:ext>
            </a:extLst>
          </p:cNvPr>
          <p:cNvSpPr txBox="1"/>
          <p:nvPr/>
        </p:nvSpPr>
        <p:spPr>
          <a:xfrm>
            <a:off x="931844" y="136859"/>
            <a:ext cx="2227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PT Sans" panose="020B0503020203020204" pitchFamily="34" charset="-52"/>
              </a:rPr>
              <a:t>Название раздела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39DA640C-3BC6-4107-8F14-520EE0CD0A44}"/>
              </a:ext>
            </a:extLst>
          </p:cNvPr>
          <p:cNvSpPr txBox="1"/>
          <p:nvPr/>
        </p:nvSpPr>
        <p:spPr>
          <a:xfrm>
            <a:off x="331153" y="1195620"/>
            <a:ext cx="5027926" cy="35152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PT Sans" panose="020B0503020203020204" pitchFamily="34" charset="-52"/>
              </a:rPr>
              <a:t>Здесь вы можете поместить текст для слайды.</a:t>
            </a:r>
          </a:p>
          <a:p>
            <a:r>
              <a:rPr lang="ru-RU" sz="2400" dirty="0">
                <a:solidFill>
                  <a:schemeClr val="bg1"/>
                </a:solidFill>
                <a:latin typeface="PT Sans" panose="020B0503020203020204" pitchFamily="34" charset="-52"/>
              </a:rPr>
              <a:t>Помните презентация нужна для демонстрации визуальных материалов, а не текста.</a:t>
            </a:r>
            <a:br>
              <a:rPr lang="ru-RU" sz="2400" dirty="0">
                <a:solidFill>
                  <a:schemeClr val="bg1"/>
                </a:solidFill>
                <a:latin typeface="PT Sans" panose="020B0503020203020204" pitchFamily="34" charset="-52"/>
              </a:rPr>
            </a:br>
            <a:r>
              <a:rPr lang="ru-RU" sz="2400" dirty="0">
                <a:solidFill>
                  <a:schemeClr val="bg1"/>
                </a:solidFill>
                <a:latin typeface="PT Sans" panose="020B0503020203020204" pitchFamily="34" charset="-52"/>
              </a:rPr>
              <a:t>Здесь может быть максимум 3-4 абзаца по 1-2 предложения.</a:t>
            </a:r>
          </a:p>
          <a:p>
            <a:r>
              <a:rPr lang="ru-RU" sz="2400" dirty="0">
                <a:solidFill>
                  <a:schemeClr val="bg1"/>
                </a:solidFill>
                <a:latin typeface="PT Sans" panose="020B0503020203020204" pitchFamily="34" charset="-52"/>
              </a:rPr>
              <a:t>Как видите мы уже набрали необходимый текст.</a:t>
            </a:r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xmlns="" id="{E89CE88A-9CE2-452A-BCA4-B3A1665882AB}"/>
              </a:ext>
            </a:extLst>
          </p:cNvPr>
          <p:cNvGrpSpPr/>
          <p:nvPr/>
        </p:nvGrpSpPr>
        <p:grpSpPr>
          <a:xfrm>
            <a:off x="331152" y="6351107"/>
            <a:ext cx="4963659" cy="319130"/>
            <a:chOff x="331152" y="6349775"/>
            <a:chExt cx="4547232" cy="30671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BF86926F-21A8-49B4-9EB9-B43109C461FB}"/>
                </a:ext>
              </a:extLst>
            </p:cNvPr>
            <p:cNvSpPr txBox="1"/>
            <p:nvPr/>
          </p:nvSpPr>
          <p:spPr>
            <a:xfrm>
              <a:off x="331152" y="6349775"/>
              <a:ext cx="4547232" cy="306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>
                      <a:lumMod val="85000"/>
                    </a:schemeClr>
                  </a:solidFill>
                  <a:latin typeface="PT Sans" panose="020B0503020203020204" pitchFamily="34" charset="-52"/>
                </a:rPr>
                <a:t>г. Владимир 2026 г. </a:t>
              </a:r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PT Sans" panose="020B0503020203020204" pitchFamily="34" charset="-52"/>
                </a:rPr>
                <a:t>|</a:t>
              </a:r>
              <a:r>
                <a:rPr lang="ru-RU" sz="1400" dirty="0">
                  <a:solidFill>
                    <a:schemeClr val="bg1">
                      <a:lumMod val="85000"/>
                    </a:schemeClr>
                  </a:solidFill>
                  <a:latin typeface="PT Sans" panose="020B0503020203020204" pitchFamily="34" charset="-52"/>
                </a:rPr>
                <a:t>      ГАПОУ ВО «</a:t>
              </a:r>
              <a:r>
                <a:rPr lang="ru-RU" sz="1400" dirty="0" err="1">
                  <a:solidFill>
                    <a:schemeClr val="bg1">
                      <a:lumMod val="85000"/>
                    </a:schemeClr>
                  </a:solidFill>
                  <a:latin typeface="PT Sans" panose="020B0503020203020204" pitchFamily="34" charset="-52"/>
                </a:rPr>
                <a:t>ВлГК</a:t>
              </a:r>
              <a:r>
                <a:rPr lang="ru-RU" sz="1400" dirty="0">
                  <a:solidFill>
                    <a:schemeClr val="bg1">
                      <a:lumMod val="85000"/>
                    </a:schemeClr>
                  </a:solidFill>
                  <a:latin typeface="PT Sans" panose="020B0503020203020204" pitchFamily="34" charset="-52"/>
                </a:rPr>
                <a:t> им. </a:t>
              </a:r>
              <a:r>
                <a:rPr lang="ru-RU" sz="1400" dirty="0" err="1">
                  <a:solidFill>
                    <a:schemeClr val="bg1">
                      <a:lumMod val="85000"/>
                    </a:schemeClr>
                  </a:solidFill>
                  <a:latin typeface="PT Sans" panose="020B0503020203020204" pitchFamily="34" charset="-52"/>
                </a:rPr>
                <a:t>Советкина</a:t>
              </a:r>
              <a:r>
                <a:rPr lang="ru-RU" sz="1400" dirty="0">
                  <a:solidFill>
                    <a:schemeClr val="bg1">
                      <a:lumMod val="85000"/>
                    </a:schemeClr>
                  </a:solidFill>
                  <a:latin typeface="PT Sans" panose="020B0503020203020204" pitchFamily="34" charset="-52"/>
                </a:rPr>
                <a:t>»</a:t>
              </a:r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PT Sans" panose="020B0503020203020204" pitchFamily="34" charset="-52"/>
                </a:rPr>
                <a:t> </a:t>
              </a:r>
              <a:endParaRPr lang="ru-RU" sz="1400" dirty="0">
                <a:solidFill>
                  <a:schemeClr val="bg1">
                    <a:lumMod val="85000"/>
                  </a:schemeClr>
                </a:solidFill>
                <a:latin typeface="PT Sans" panose="020B0503020203020204" pitchFamily="34" charset="-52"/>
              </a:endParaRPr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xmlns="" id="{42BFB80A-2C51-4B0C-8162-2E3CBF4FF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16490" y="6349775"/>
              <a:ext cx="240908" cy="2409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75074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FD1FBC4E-8C9A-4913-AC6E-24CC87010E92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94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ru-RU" dirty="0">
              <a:solidFill>
                <a:srgbClr val="394458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8BECB247-2F2F-4F46-8FE4-DFE838A860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31152" y="239283"/>
            <a:ext cx="333375" cy="3905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77CDCA11-645F-4D46-82B3-A161327ED4C5}"/>
              </a:ext>
            </a:extLst>
          </p:cNvPr>
          <p:cNvSpPr txBox="1"/>
          <p:nvPr/>
        </p:nvSpPr>
        <p:spPr>
          <a:xfrm>
            <a:off x="664527" y="434545"/>
            <a:ext cx="2762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Forum" panose="02000000000000000000" pitchFamily="2" charset="0"/>
              </a:rPr>
              <a:t>Образовательная платформа - Пифагор</a:t>
            </a: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4AF70D64-77E9-431D-B67A-FF46128187FB}"/>
              </a:ext>
            </a:extLst>
          </p:cNvPr>
          <p:cNvCxnSpPr/>
          <p:nvPr/>
        </p:nvCxnSpPr>
        <p:spPr>
          <a:xfrm>
            <a:off x="701040" y="484075"/>
            <a:ext cx="279273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8DB516B6-9B92-410A-A7E4-D26544710839}"/>
              </a:ext>
            </a:extLst>
          </p:cNvPr>
          <p:cNvSpPr txBox="1"/>
          <p:nvPr/>
        </p:nvSpPr>
        <p:spPr>
          <a:xfrm>
            <a:off x="931844" y="136859"/>
            <a:ext cx="2227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PT Sans" panose="020B0503020203020204" pitchFamily="34" charset="-52"/>
              </a:rPr>
              <a:t>Название раздела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39DA640C-3BC6-4107-8F14-520EE0CD0A44}"/>
              </a:ext>
            </a:extLst>
          </p:cNvPr>
          <p:cNvSpPr txBox="1"/>
          <p:nvPr/>
        </p:nvSpPr>
        <p:spPr>
          <a:xfrm>
            <a:off x="331153" y="1195620"/>
            <a:ext cx="5027926" cy="35152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PT Sans" panose="020B0503020203020204" pitchFamily="34" charset="-52"/>
              </a:rPr>
              <a:t>Здесь вы можете поместить текст для слайды.</a:t>
            </a:r>
          </a:p>
          <a:p>
            <a:r>
              <a:rPr lang="ru-RU" sz="2400" dirty="0">
                <a:solidFill>
                  <a:schemeClr val="bg1"/>
                </a:solidFill>
                <a:latin typeface="PT Sans" panose="020B0503020203020204" pitchFamily="34" charset="-52"/>
              </a:rPr>
              <a:t>Помните презентация нужна для демонстрации визуальных материалов, а не текста.</a:t>
            </a:r>
            <a:br>
              <a:rPr lang="ru-RU" sz="2400" dirty="0">
                <a:solidFill>
                  <a:schemeClr val="bg1"/>
                </a:solidFill>
                <a:latin typeface="PT Sans" panose="020B0503020203020204" pitchFamily="34" charset="-52"/>
              </a:rPr>
            </a:br>
            <a:r>
              <a:rPr lang="ru-RU" sz="2400" dirty="0">
                <a:solidFill>
                  <a:schemeClr val="bg1"/>
                </a:solidFill>
                <a:latin typeface="PT Sans" panose="020B0503020203020204" pitchFamily="34" charset="-52"/>
              </a:rPr>
              <a:t>Здесь может быть максимум 3-4 абзаца по 1-2 предложения.</a:t>
            </a:r>
          </a:p>
          <a:p>
            <a:r>
              <a:rPr lang="ru-RU" sz="2400" dirty="0">
                <a:solidFill>
                  <a:schemeClr val="bg1"/>
                </a:solidFill>
                <a:latin typeface="PT Sans" panose="020B0503020203020204" pitchFamily="34" charset="-52"/>
              </a:rPr>
              <a:t>Как видите мы уже набрали необходимый текст.</a:t>
            </a:r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xmlns="" id="{E89CE88A-9CE2-452A-BCA4-B3A1665882AB}"/>
              </a:ext>
            </a:extLst>
          </p:cNvPr>
          <p:cNvGrpSpPr/>
          <p:nvPr/>
        </p:nvGrpSpPr>
        <p:grpSpPr>
          <a:xfrm>
            <a:off x="331152" y="6351107"/>
            <a:ext cx="5027927" cy="319130"/>
            <a:chOff x="331152" y="6349775"/>
            <a:chExt cx="4547232" cy="30671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BF86926F-21A8-49B4-9EB9-B43109C461FB}"/>
                </a:ext>
              </a:extLst>
            </p:cNvPr>
            <p:cNvSpPr txBox="1"/>
            <p:nvPr/>
          </p:nvSpPr>
          <p:spPr>
            <a:xfrm>
              <a:off x="331152" y="6349775"/>
              <a:ext cx="4547232" cy="306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>
                      <a:lumMod val="85000"/>
                    </a:schemeClr>
                  </a:solidFill>
                  <a:latin typeface="PT Sans" panose="020B0503020203020204" pitchFamily="34" charset="-52"/>
                </a:rPr>
                <a:t>г. Владимир 2026 г. </a:t>
              </a:r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PT Sans" panose="020B0503020203020204" pitchFamily="34" charset="-52"/>
                </a:rPr>
                <a:t>|</a:t>
              </a:r>
              <a:r>
                <a:rPr lang="ru-RU" sz="1400" dirty="0">
                  <a:solidFill>
                    <a:schemeClr val="bg1">
                      <a:lumMod val="85000"/>
                    </a:schemeClr>
                  </a:solidFill>
                  <a:latin typeface="PT Sans" panose="020B0503020203020204" pitchFamily="34" charset="-52"/>
                </a:rPr>
                <a:t>      ГАПОУ ВО «</a:t>
              </a:r>
              <a:r>
                <a:rPr lang="ru-RU" sz="1400" dirty="0" err="1">
                  <a:solidFill>
                    <a:schemeClr val="bg1">
                      <a:lumMod val="85000"/>
                    </a:schemeClr>
                  </a:solidFill>
                  <a:latin typeface="PT Sans" panose="020B0503020203020204" pitchFamily="34" charset="-52"/>
                </a:rPr>
                <a:t>ВлГК</a:t>
              </a:r>
              <a:r>
                <a:rPr lang="ru-RU" sz="1400" dirty="0">
                  <a:solidFill>
                    <a:schemeClr val="bg1">
                      <a:lumMod val="85000"/>
                    </a:schemeClr>
                  </a:solidFill>
                  <a:latin typeface="PT Sans" panose="020B0503020203020204" pitchFamily="34" charset="-52"/>
                </a:rPr>
                <a:t> им. </a:t>
              </a:r>
              <a:r>
                <a:rPr lang="ru-RU" sz="1400" dirty="0" err="1">
                  <a:solidFill>
                    <a:schemeClr val="bg1">
                      <a:lumMod val="85000"/>
                    </a:schemeClr>
                  </a:solidFill>
                  <a:latin typeface="PT Sans" panose="020B0503020203020204" pitchFamily="34" charset="-52"/>
                </a:rPr>
                <a:t>Советкина</a:t>
              </a:r>
              <a:r>
                <a:rPr lang="ru-RU" sz="1400" dirty="0">
                  <a:solidFill>
                    <a:schemeClr val="bg1">
                      <a:lumMod val="85000"/>
                    </a:schemeClr>
                  </a:solidFill>
                  <a:latin typeface="PT Sans" panose="020B0503020203020204" pitchFamily="34" charset="-52"/>
                </a:rPr>
                <a:t>»</a:t>
              </a:r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PT Sans" panose="020B0503020203020204" pitchFamily="34" charset="-52"/>
                </a:rPr>
                <a:t> </a:t>
              </a:r>
              <a:endParaRPr lang="ru-RU" sz="1400" dirty="0">
                <a:solidFill>
                  <a:schemeClr val="bg1">
                    <a:lumMod val="85000"/>
                  </a:schemeClr>
                </a:solidFill>
                <a:latin typeface="PT Sans" panose="020B0503020203020204" pitchFamily="34" charset="-52"/>
              </a:endParaRPr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xmlns="" id="{42BFB80A-2C51-4B0C-8162-2E3CBF4FF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16490" y="6349775"/>
              <a:ext cx="240908" cy="240908"/>
            </a:xfrm>
            <a:prstGeom prst="rect">
              <a:avLst/>
            </a:prstGeom>
          </p:spPr>
        </p:pic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CE7E6428-5C92-4CBC-B538-EEE2E5E282A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85"/>
          <a:stretch/>
        </p:blipFill>
        <p:spPr>
          <a:xfrm>
            <a:off x="6095999" y="-6695"/>
            <a:ext cx="6096001" cy="687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6871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Группа 37">
            <a:extLst>
              <a:ext uri="{FF2B5EF4-FFF2-40B4-BE49-F238E27FC236}">
                <a16:creationId xmlns:a16="http://schemas.microsoft.com/office/drawing/2014/main" xmlns="" id="{C9B1A4D3-AAD8-4112-BFE5-1674A1B5E5FA}"/>
              </a:ext>
            </a:extLst>
          </p:cNvPr>
          <p:cNvGrpSpPr/>
          <p:nvPr/>
        </p:nvGrpSpPr>
        <p:grpSpPr>
          <a:xfrm>
            <a:off x="4291464" y="4066247"/>
            <a:ext cx="343240" cy="343240"/>
            <a:chOff x="4693580" y="1950380"/>
            <a:chExt cx="343240" cy="343240"/>
          </a:xfrm>
        </p:grpSpPr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xmlns="" id="{9A59C260-1466-4E8C-87CC-5F86C8265DC1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xmlns="" id="{FC477E6D-09CD-4298-8576-9D58A4DADDAA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xmlns="" id="{18A3AFE4-6CCF-4F39-B874-F162D2607D95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xmlns="" id="{04DEAF13-5B0F-4735-B2A9-41E7985CD305}"/>
              </a:ext>
            </a:extLst>
          </p:cNvPr>
          <p:cNvGrpSpPr/>
          <p:nvPr/>
        </p:nvGrpSpPr>
        <p:grpSpPr>
          <a:xfrm>
            <a:off x="11533287" y="5752806"/>
            <a:ext cx="343240" cy="343240"/>
            <a:chOff x="4693580" y="1950380"/>
            <a:chExt cx="343240" cy="343240"/>
          </a:xfrm>
        </p:grpSpPr>
        <p:sp>
          <p:nvSpPr>
            <p:cNvPr id="43" name="Овал 42">
              <a:extLst>
                <a:ext uri="{FF2B5EF4-FFF2-40B4-BE49-F238E27FC236}">
                  <a16:creationId xmlns:a16="http://schemas.microsoft.com/office/drawing/2014/main" xmlns="" id="{F0A542F0-E53E-4162-B7FD-26F4ED79AF22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4" name="Овал 43">
              <a:extLst>
                <a:ext uri="{FF2B5EF4-FFF2-40B4-BE49-F238E27FC236}">
                  <a16:creationId xmlns:a16="http://schemas.microsoft.com/office/drawing/2014/main" xmlns="" id="{BF6DCF9C-1E90-40BE-B802-E2FC08C5BE0E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xmlns="" id="{DC86B449-71C0-43DD-9CAB-C8AE4F2DA71A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xmlns="" id="{4C89CE01-380B-43D3-BA56-B892E3DE3F97}"/>
              </a:ext>
            </a:extLst>
          </p:cNvPr>
          <p:cNvGrpSpPr/>
          <p:nvPr/>
        </p:nvGrpSpPr>
        <p:grpSpPr>
          <a:xfrm>
            <a:off x="11794907" y="2392172"/>
            <a:ext cx="343240" cy="343240"/>
            <a:chOff x="4693580" y="1950380"/>
            <a:chExt cx="343240" cy="343240"/>
          </a:xfrm>
        </p:grpSpPr>
        <p:sp>
          <p:nvSpPr>
            <p:cNvPr id="47" name="Овал 46">
              <a:extLst>
                <a:ext uri="{FF2B5EF4-FFF2-40B4-BE49-F238E27FC236}">
                  <a16:creationId xmlns:a16="http://schemas.microsoft.com/office/drawing/2014/main" xmlns="" id="{E7C9697F-65B2-4C0B-BAC9-E85ECBC1AE2A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Овал 47">
              <a:extLst>
                <a:ext uri="{FF2B5EF4-FFF2-40B4-BE49-F238E27FC236}">
                  <a16:creationId xmlns:a16="http://schemas.microsoft.com/office/drawing/2014/main" xmlns="" id="{39A2C68E-76E7-4276-9D07-E6BBA0752512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Овал 48">
              <a:extLst>
                <a:ext uri="{FF2B5EF4-FFF2-40B4-BE49-F238E27FC236}">
                  <a16:creationId xmlns:a16="http://schemas.microsoft.com/office/drawing/2014/main" xmlns="" id="{D346DC05-834B-4E9B-896F-E40ACCA666D9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7" name="Овал 36">
            <a:extLst>
              <a:ext uri="{FF2B5EF4-FFF2-40B4-BE49-F238E27FC236}">
                <a16:creationId xmlns:a16="http://schemas.microsoft.com/office/drawing/2014/main" xmlns="" id="{D7BFE265-4661-4809-A77B-762FB8D6F904}"/>
              </a:ext>
            </a:extLst>
          </p:cNvPr>
          <p:cNvSpPr/>
          <p:nvPr/>
        </p:nvSpPr>
        <p:spPr>
          <a:xfrm>
            <a:off x="9312371" y="2085023"/>
            <a:ext cx="3115163" cy="3115163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xmlns="" id="{11032426-A1B3-46AD-B960-55AA2D7385EC}"/>
              </a:ext>
            </a:extLst>
          </p:cNvPr>
          <p:cNvSpPr/>
          <p:nvPr/>
        </p:nvSpPr>
        <p:spPr>
          <a:xfrm>
            <a:off x="10959962" y="5826376"/>
            <a:ext cx="2139448" cy="2139448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xmlns="" id="{2AED08C1-7A99-4D7E-85E4-3347C8ECB809}"/>
              </a:ext>
            </a:extLst>
          </p:cNvPr>
          <p:cNvSpPr/>
          <p:nvPr/>
        </p:nvSpPr>
        <p:spPr>
          <a:xfrm>
            <a:off x="3210253" y="4538465"/>
            <a:ext cx="3115163" cy="3115163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xmlns="" id="{FF61FB81-0186-46C4-8667-5EFA0A26B92F}"/>
              </a:ext>
            </a:extLst>
          </p:cNvPr>
          <p:cNvSpPr/>
          <p:nvPr/>
        </p:nvSpPr>
        <p:spPr>
          <a:xfrm>
            <a:off x="695114" y="-948683"/>
            <a:ext cx="5400000" cy="5400000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8BECB247-2F2F-4F46-8FE4-DFE838A860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31152" y="239283"/>
            <a:ext cx="333375" cy="3905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77CDCA11-645F-4D46-82B3-A161327ED4C5}"/>
              </a:ext>
            </a:extLst>
          </p:cNvPr>
          <p:cNvSpPr txBox="1"/>
          <p:nvPr/>
        </p:nvSpPr>
        <p:spPr>
          <a:xfrm>
            <a:off x="664527" y="434545"/>
            <a:ext cx="2762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rgbClr val="394458"/>
                </a:solidFill>
                <a:latin typeface="Forum" panose="02000000000000000000" pitchFamily="2" charset="0"/>
              </a:rPr>
              <a:t>Образовательная платформа - Пифагор</a:t>
            </a: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4AF70D64-77E9-431D-B67A-FF46128187FB}"/>
              </a:ext>
            </a:extLst>
          </p:cNvPr>
          <p:cNvCxnSpPr/>
          <p:nvPr/>
        </p:nvCxnSpPr>
        <p:spPr>
          <a:xfrm>
            <a:off x="701040" y="484075"/>
            <a:ext cx="2792730" cy="0"/>
          </a:xfrm>
          <a:prstGeom prst="line">
            <a:avLst/>
          </a:prstGeom>
          <a:ln w="9525">
            <a:solidFill>
              <a:srgbClr val="3944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8DB516B6-9B92-410A-A7E4-D26544710839}"/>
              </a:ext>
            </a:extLst>
          </p:cNvPr>
          <p:cNvSpPr txBox="1"/>
          <p:nvPr/>
        </p:nvSpPr>
        <p:spPr>
          <a:xfrm>
            <a:off x="931844" y="136859"/>
            <a:ext cx="2227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394458"/>
                </a:solidFill>
                <a:latin typeface="PT Sans" panose="020B0503020203020204" pitchFamily="34" charset="-52"/>
              </a:rPr>
              <a:t>Название раздела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39DA640C-3BC6-4107-8F14-520EE0CD0A44}"/>
              </a:ext>
            </a:extLst>
          </p:cNvPr>
          <p:cNvSpPr txBox="1"/>
          <p:nvPr/>
        </p:nvSpPr>
        <p:spPr>
          <a:xfrm>
            <a:off x="331153" y="1195620"/>
            <a:ext cx="5027926" cy="35152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2400" dirty="0">
                <a:solidFill>
                  <a:srgbClr val="394458"/>
                </a:solidFill>
                <a:latin typeface="PT Sans" panose="020B0503020203020204" pitchFamily="34" charset="-52"/>
              </a:rPr>
              <a:t>Здесь вы можете поместить текст для слайды.</a:t>
            </a:r>
          </a:p>
          <a:p>
            <a:r>
              <a:rPr lang="ru-RU" sz="2400" dirty="0">
                <a:solidFill>
                  <a:srgbClr val="394458"/>
                </a:solidFill>
                <a:latin typeface="PT Sans" panose="020B0503020203020204" pitchFamily="34" charset="-52"/>
              </a:rPr>
              <a:t>Помните презентация нужна для демонстрации визуальных материалов, а не текста.</a:t>
            </a:r>
            <a:br>
              <a:rPr lang="ru-RU" sz="2400" dirty="0">
                <a:solidFill>
                  <a:srgbClr val="394458"/>
                </a:solidFill>
                <a:latin typeface="PT Sans" panose="020B0503020203020204" pitchFamily="34" charset="-52"/>
              </a:rPr>
            </a:br>
            <a:r>
              <a:rPr lang="ru-RU" sz="2400" dirty="0">
                <a:solidFill>
                  <a:srgbClr val="394458"/>
                </a:solidFill>
                <a:latin typeface="PT Sans" panose="020B0503020203020204" pitchFamily="34" charset="-52"/>
              </a:rPr>
              <a:t>Здесь может быть максимум 3-4 абзаца по 1-2 предложения.</a:t>
            </a:r>
          </a:p>
          <a:p>
            <a:r>
              <a:rPr lang="ru-RU" sz="2400" dirty="0">
                <a:solidFill>
                  <a:srgbClr val="394458"/>
                </a:solidFill>
                <a:latin typeface="PT Sans" panose="020B0503020203020204" pitchFamily="34" charset="-52"/>
              </a:rPr>
              <a:t>Как видите мы уже набрали необходимый текст.</a:t>
            </a:r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xmlns="" id="{E89CE88A-9CE2-452A-BCA4-B3A1665882AB}"/>
              </a:ext>
            </a:extLst>
          </p:cNvPr>
          <p:cNvGrpSpPr/>
          <p:nvPr/>
        </p:nvGrpSpPr>
        <p:grpSpPr>
          <a:xfrm>
            <a:off x="331152" y="6351107"/>
            <a:ext cx="5027927" cy="319130"/>
            <a:chOff x="331152" y="6349775"/>
            <a:chExt cx="4547232" cy="30671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BF86926F-21A8-49B4-9EB9-B43109C461FB}"/>
                </a:ext>
              </a:extLst>
            </p:cNvPr>
            <p:cNvSpPr txBox="1"/>
            <p:nvPr/>
          </p:nvSpPr>
          <p:spPr>
            <a:xfrm>
              <a:off x="331152" y="6349775"/>
              <a:ext cx="4547232" cy="306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rgbClr val="394458"/>
                  </a:solidFill>
                  <a:latin typeface="PT Sans" panose="020B0503020203020204" pitchFamily="34" charset="-52"/>
                </a:rPr>
                <a:t>г. Владимир 2026 г. </a:t>
              </a:r>
              <a:r>
                <a:rPr lang="en-US" sz="1400" dirty="0">
                  <a:solidFill>
                    <a:srgbClr val="394458"/>
                  </a:solidFill>
                  <a:latin typeface="PT Sans" panose="020B0503020203020204" pitchFamily="34" charset="-52"/>
                </a:rPr>
                <a:t>|</a:t>
              </a:r>
              <a:r>
                <a:rPr lang="ru-RU" sz="1400" dirty="0">
                  <a:solidFill>
                    <a:srgbClr val="394458"/>
                  </a:solidFill>
                  <a:latin typeface="PT Sans" panose="020B0503020203020204" pitchFamily="34" charset="-52"/>
                </a:rPr>
                <a:t>      ГАПОУ ВО «</a:t>
              </a:r>
              <a:r>
                <a:rPr lang="ru-RU" sz="1400" dirty="0" err="1">
                  <a:solidFill>
                    <a:srgbClr val="394458"/>
                  </a:solidFill>
                  <a:latin typeface="PT Sans" panose="020B0503020203020204" pitchFamily="34" charset="-52"/>
                </a:rPr>
                <a:t>ВлГК</a:t>
              </a:r>
              <a:r>
                <a:rPr lang="ru-RU" sz="1400" dirty="0">
                  <a:solidFill>
                    <a:srgbClr val="394458"/>
                  </a:solidFill>
                  <a:latin typeface="PT Sans" panose="020B0503020203020204" pitchFamily="34" charset="-52"/>
                </a:rPr>
                <a:t> им. </a:t>
              </a:r>
              <a:r>
                <a:rPr lang="ru-RU" sz="1400" dirty="0" err="1">
                  <a:solidFill>
                    <a:srgbClr val="394458"/>
                  </a:solidFill>
                  <a:latin typeface="PT Sans" panose="020B0503020203020204" pitchFamily="34" charset="-52"/>
                </a:rPr>
                <a:t>Советкина</a:t>
              </a:r>
              <a:r>
                <a:rPr lang="ru-RU" sz="1400" dirty="0">
                  <a:solidFill>
                    <a:srgbClr val="394458"/>
                  </a:solidFill>
                  <a:latin typeface="PT Sans" panose="020B0503020203020204" pitchFamily="34" charset="-52"/>
                </a:rPr>
                <a:t>»</a:t>
              </a:r>
              <a:r>
                <a:rPr lang="en-US" sz="1400" dirty="0">
                  <a:solidFill>
                    <a:srgbClr val="394458"/>
                  </a:solidFill>
                  <a:latin typeface="PT Sans" panose="020B0503020203020204" pitchFamily="34" charset="-52"/>
                </a:rPr>
                <a:t> </a:t>
              </a:r>
              <a:endParaRPr lang="ru-RU" sz="1400" dirty="0">
                <a:solidFill>
                  <a:srgbClr val="394458"/>
                </a:solidFill>
                <a:latin typeface="PT Sans" panose="020B0503020203020204" pitchFamily="34" charset="-52"/>
              </a:endParaRPr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xmlns="" id="{42BFB80A-2C51-4B0C-8162-2E3CBF4FF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16490" y="6349775"/>
              <a:ext cx="240908" cy="240908"/>
            </a:xfrm>
            <a:prstGeom prst="rect">
              <a:avLst/>
            </a:prstGeom>
          </p:spPr>
        </p:pic>
      </p:grpSp>
      <p:pic>
        <p:nvPicPr>
          <p:cNvPr id="53" name="Рисунок 52">
            <a:extLst>
              <a:ext uri="{FF2B5EF4-FFF2-40B4-BE49-F238E27FC236}">
                <a16:creationId xmlns:a16="http://schemas.microsoft.com/office/drawing/2014/main" xmlns="" id="{ECCCF768-F49E-473D-9D50-08200610B8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4" r="1637" b="5351"/>
          <a:stretch>
            <a:fillRect/>
          </a:stretch>
        </p:blipFill>
        <p:spPr>
          <a:xfrm>
            <a:off x="5321656" y="-1"/>
            <a:ext cx="7130050" cy="6927287"/>
          </a:xfrm>
          <a:custGeom>
            <a:avLst/>
            <a:gdLst>
              <a:gd name="connsiteX0" fmla="*/ 3169713 w 6332160"/>
              <a:gd name="connsiteY0" fmla="*/ 32087 h 6152087"/>
              <a:gd name="connsiteX1" fmla="*/ 6229713 w 6332160"/>
              <a:gd name="connsiteY1" fmla="*/ 6152087 h 6152087"/>
              <a:gd name="connsiteX2" fmla="*/ 109713 w 6332160"/>
              <a:gd name="connsiteY2" fmla="*/ 6152087 h 6152087"/>
              <a:gd name="connsiteX3" fmla="*/ 3275623 w 6332160"/>
              <a:gd name="connsiteY3" fmla="*/ 0 h 6152087"/>
              <a:gd name="connsiteX4" fmla="*/ 6332160 w 6332160"/>
              <a:gd name="connsiteY4" fmla="*/ 0 h 6152087"/>
              <a:gd name="connsiteX5" fmla="*/ 6332160 w 6332160"/>
              <a:gd name="connsiteY5" fmla="*/ 6119999 h 6152087"/>
              <a:gd name="connsiteX6" fmla="*/ 0 w 6332160"/>
              <a:gd name="connsiteY6" fmla="*/ 0 h 6152087"/>
              <a:gd name="connsiteX7" fmla="*/ 3056537 w 6332160"/>
              <a:gd name="connsiteY7" fmla="*/ 0 h 6152087"/>
              <a:gd name="connsiteX8" fmla="*/ 0 w 6332160"/>
              <a:gd name="connsiteY8" fmla="*/ 6119999 h 6152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32160" h="6152087">
                <a:moveTo>
                  <a:pt x="3169713" y="32087"/>
                </a:moveTo>
                <a:lnTo>
                  <a:pt x="6229713" y="6152087"/>
                </a:lnTo>
                <a:lnTo>
                  <a:pt x="109713" y="6152087"/>
                </a:lnTo>
                <a:close/>
                <a:moveTo>
                  <a:pt x="3275623" y="0"/>
                </a:moveTo>
                <a:lnTo>
                  <a:pt x="6332160" y="0"/>
                </a:lnTo>
                <a:lnTo>
                  <a:pt x="6332160" y="6119999"/>
                </a:lnTo>
                <a:close/>
                <a:moveTo>
                  <a:pt x="0" y="0"/>
                </a:moveTo>
                <a:lnTo>
                  <a:pt x="3056537" y="0"/>
                </a:lnTo>
                <a:lnTo>
                  <a:pt x="0" y="61199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67712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F90A4043-B2F6-482B-91B1-ACF9D6AD1806}"/>
              </a:ext>
            </a:extLst>
          </p:cNvPr>
          <p:cNvSpPr/>
          <p:nvPr/>
        </p:nvSpPr>
        <p:spPr>
          <a:xfrm>
            <a:off x="5595134" y="-2191901"/>
            <a:ext cx="5400000" cy="5400000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79360F6F-ADC4-40AD-830F-71BC6A31BDC9}"/>
              </a:ext>
            </a:extLst>
          </p:cNvPr>
          <p:cNvSpPr/>
          <p:nvPr/>
        </p:nvSpPr>
        <p:spPr>
          <a:xfrm>
            <a:off x="4764184" y="2535061"/>
            <a:ext cx="3729740" cy="3729740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xmlns="" id="{CCA65262-8106-4411-AA18-373785C2DBF7}"/>
              </a:ext>
            </a:extLst>
          </p:cNvPr>
          <p:cNvGrpSpPr/>
          <p:nvPr/>
        </p:nvGrpSpPr>
        <p:grpSpPr>
          <a:xfrm>
            <a:off x="5957368" y="6007867"/>
            <a:ext cx="343240" cy="343240"/>
            <a:chOff x="4693580" y="1950380"/>
            <a:chExt cx="343240" cy="343240"/>
          </a:xfrm>
        </p:grpSpPr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xmlns="" id="{08D514DE-5740-4F13-B271-4CDA1E3E6A58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xmlns="" id="{B484C5EA-D65B-4A83-80B0-5A3124B10C33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xmlns="" id="{8F1EB04A-6DF5-4E26-8634-B9B7FAC86AA4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2" name="Овал 21">
            <a:extLst>
              <a:ext uri="{FF2B5EF4-FFF2-40B4-BE49-F238E27FC236}">
                <a16:creationId xmlns:a16="http://schemas.microsoft.com/office/drawing/2014/main" xmlns="" id="{41ABC8B4-54E8-4B11-8BB1-56CC02737BCB}"/>
              </a:ext>
            </a:extLst>
          </p:cNvPr>
          <p:cNvSpPr/>
          <p:nvPr/>
        </p:nvSpPr>
        <p:spPr>
          <a:xfrm>
            <a:off x="5530874" y="-181411"/>
            <a:ext cx="343240" cy="343240"/>
          </a:xfrm>
          <a:prstGeom prst="ellipse">
            <a:avLst/>
          </a:prstGeom>
          <a:solidFill>
            <a:srgbClr val="4A6FA5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xmlns="" id="{81C3BFB5-2B28-4B17-A9B0-2A1C5438332C}"/>
              </a:ext>
            </a:extLst>
          </p:cNvPr>
          <p:cNvSpPr/>
          <p:nvPr/>
        </p:nvSpPr>
        <p:spPr>
          <a:xfrm>
            <a:off x="-1491632" y="4831963"/>
            <a:ext cx="3316274" cy="3316274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xmlns="" id="{05106166-17FE-4BED-BC6E-9C01399BA71B}"/>
              </a:ext>
            </a:extLst>
          </p:cNvPr>
          <p:cNvSpPr/>
          <p:nvPr/>
        </p:nvSpPr>
        <p:spPr>
          <a:xfrm>
            <a:off x="-495826" y="-372181"/>
            <a:ext cx="1495392" cy="1495392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8BECB247-2F2F-4F46-8FE4-DFE838A860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31152" y="239283"/>
            <a:ext cx="333375" cy="3905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77CDCA11-645F-4D46-82B3-A161327ED4C5}"/>
              </a:ext>
            </a:extLst>
          </p:cNvPr>
          <p:cNvSpPr txBox="1"/>
          <p:nvPr/>
        </p:nvSpPr>
        <p:spPr>
          <a:xfrm>
            <a:off x="664527" y="434545"/>
            <a:ext cx="2762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rgbClr val="394458"/>
                </a:solidFill>
                <a:latin typeface="Forum" panose="02000000000000000000" pitchFamily="2" charset="0"/>
              </a:rPr>
              <a:t>Образовательная платформа - Пифагор</a:t>
            </a: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4AF70D64-77E9-431D-B67A-FF46128187FB}"/>
              </a:ext>
            </a:extLst>
          </p:cNvPr>
          <p:cNvCxnSpPr/>
          <p:nvPr/>
        </p:nvCxnSpPr>
        <p:spPr>
          <a:xfrm>
            <a:off x="701040" y="484075"/>
            <a:ext cx="2792730" cy="0"/>
          </a:xfrm>
          <a:prstGeom prst="line">
            <a:avLst/>
          </a:prstGeom>
          <a:ln w="9525">
            <a:solidFill>
              <a:srgbClr val="3944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8DB516B6-9B92-410A-A7E4-D26544710839}"/>
              </a:ext>
            </a:extLst>
          </p:cNvPr>
          <p:cNvSpPr txBox="1"/>
          <p:nvPr/>
        </p:nvSpPr>
        <p:spPr>
          <a:xfrm>
            <a:off x="931844" y="136859"/>
            <a:ext cx="2227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394458"/>
                </a:solidFill>
                <a:latin typeface="PT Sans" panose="020B0503020203020204" pitchFamily="34" charset="-52"/>
              </a:rPr>
              <a:t>Название раздела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39DA640C-3BC6-4107-8F14-520EE0CD0A44}"/>
              </a:ext>
            </a:extLst>
          </p:cNvPr>
          <p:cNvSpPr txBox="1"/>
          <p:nvPr/>
        </p:nvSpPr>
        <p:spPr>
          <a:xfrm>
            <a:off x="331153" y="1195620"/>
            <a:ext cx="5027926" cy="35152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2400" dirty="0">
                <a:solidFill>
                  <a:srgbClr val="394458"/>
                </a:solidFill>
                <a:latin typeface="PT Sans" panose="020B0503020203020204" pitchFamily="34" charset="-52"/>
              </a:rPr>
              <a:t>Здесь вы можете поместить текст для слайды.</a:t>
            </a:r>
          </a:p>
          <a:p>
            <a:r>
              <a:rPr lang="ru-RU" sz="2400" dirty="0">
                <a:solidFill>
                  <a:srgbClr val="394458"/>
                </a:solidFill>
                <a:latin typeface="PT Sans" panose="020B0503020203020204" pitchFamily="34" charset="-52"/>
              </a:rPr>
              <a:t>Помните презентация нужна для демонстрации визуальных материалов, а не текста.</a:t>
            </a:r>
            <a:br>
              <a:rPr lang="ru-RU" sz="2400" dirty="0">
                <a:solidFill>
                  <a:srgbClr val="394458"/>
                </a:solidFill>
                <a:latin typeface="PT Sans" panose="020B0503020203020204" pitchFamily="34" charset="-52"/>
              </a:rPr>
            </a:br>
            <a:r>
              <a:rPr lang="ru-RU" sz="2400" dirty="0">
                <a:solidFill>
                  <a:srgbClr val="394458"/>
                </a:solidFill>
                <a:latin typeface="PT Sans" panose="020B0503020203020204" pitchFamily="34" charset="-52"/>
              </a:rPr>
              <a:t>Здесь может быть максимум 3-4 абзаца по 1-2 предложения.</a:t>
            </a:r>
          </a:p>
          <a:p>
            <a:r>
              <a:rPr lang="ru-RU" sz="2400" dirty="0">
                <a:solidFill>
                  <a:srgbClr val="394458"/>
                </a:solidFill>
                <a:latin typeface="PT Sans" panose="020B0503020203020204" pitchFamily="34" charset="-52"/>
              </a:rPr>
              <a:t>Как видите мы уже набрали необходимый текст.</a:t>
            </a:r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xmlns="" id="{E89CE88A-9CE2-452A-BCA4-B3A1665882AB}"/>
              </a:ext>
            </a:extLst>
          </p:cNvPr>
          <p:cNvGrpSpPr/>
          <p:nvPr/>
        </p:nvGrpSpPr>
        <p:grpSpPr>
          <a:xfrm>
            <a:off x="331152" y="6351107"/>
            <a:ext cx="5128354" cy="319130"/>
            <a:chOff x="331152" y="6349775"/>
            <a:chExt cx="4547232" cy="30671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BF86926F-21A8-49B4-9EB9-B43109C461FB}"/>
                </a:ext>
              </a:extLst>
            </p:cNvPr>
            <p:cNvSpPr txBox="1"/>
            <p:nvPr/>
          </p:nvSpPr>
          <p:spPr>
            <a:xfrm>
              <a:off x="331152" y="6349775"/>
              <a:ext cx="4547232" cy="306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rgbClr val="394458"/>
                  </a:solidFill>
                  <a:latin typeface="PT Sans" panose="020B0503020203020204" pitchFamily="34" charset="-52"/>
                </a:rPr>
                <a:t>г. Владимир 2026 г. </a:t>
              </a:r>
              <a:r>
                <a:rPr lang="en-US" sz="1400" dirty="0">
                  <a:solidFill>
                    <a:srgbClr val="394458"/>
                  </a:solidFill>
                  <a:latin typeface="PT Sans" panose="020B0503020203020204" pitchFamily="34" charset="-52"/>
                </a:rPr>
                <a:t>|</a:t>
              </a:r>
              <a:r>
                <a:rPr lang="ru-RU" sz="1400" dirty="0">
                  <a:solidFill>
                    <a:srgbClr val="394458"/>
                  </a:solidFill>
                  <a:latin typeface="PT Sans" panose="020B0503020203020204" pitchFamily="34" charset="-52"/>
                </a:rPr>
                <a:t>      ГАПОУ ВО «</a:t>
              </a:r>
              <a:r>
                <a:rPr lang="ru-RU" sz="1400" dirty="0" err="1">
                  <a:solidFill>
                    <a:srgbClr val="394458"/>
                  </a:solidFill>
                  <a:latin typeface="PT Sans" panose="020B0503020203020204" pitchFamily="34" charset="-52"/>
                </a:rPr>
                <a:t>ВлГК</a:t>
              </a:r>
              <a:r>
                <a:rPr lang="ru-RU" sz="1400" dirty="0">
                  <a:solidFill>
                    <a:srgbClr val="394458"/>
                  </a:solidFill>
                  <a:latin typeface="PT Sans" panose="020B0503020203020204" pitchFamily="34" charset="-52"/>
                </a:rPr>
                <a:t> им. </a:t>
              </a:r>
              <a:r>
                <a:rPr lang="ru-RU" sz="1400" dirty="0" err="1">
                  <a:solidFill>
                    <a:srgbClr val="394458"/>
                  </a:solidFill>
                  <a:latin typeface="PT Sans" panose="020B0503020203020204" pitchFamily="34" charset="-52"/>
                </a:rPr>
                <a:t>Советкина</a:t>
              </a:r>
              <a:r>
                <a:rPr lang="ru-RU" sz="1400" dirty="0">
                  <a:solidFill>
                    <a:srgbClr val="394458"/>
                  </a:solidFill>
                  <a:latin typeface="PT Sans" panose="020B0503020203020204" pitchFamily="34" charset="-52"/>
                </a:rPr>
                <a:t>»</a:t>
              </a:r>
              <a:r>
                <a:rPr lang="en-US" sz="1400" dirty="0">
                  <a:solidFill>
                    <a:srgbClr val="394458"/>
                  </a:solidFill>
                  <a:latin typeface="PT Sans" panose="020B0503020203020204" pitchFamily="34" charset="-52"/>
                </a:rPr>
                <a:t> </a:t>
              </a:r>
              <a:endParaRPr lang="ru-RU" sz="1400" dirty="0">
                <a:solidFill>
                  <a:srgbClr val="394458"/>
                </a:solidFill>
                <a:latin typeface="PT Sans" panose="020B0503020203020204" pitchFamily="34" charset="-52"/>
              </a:endParaRPr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xmlns="" id="{42BFB80A-2C51-4B0C-8162-2E3CBF4FF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16490" y="6349775"/>
              <a:ext cx="240908" cy="240908"/>
            </a:xfrm>
            <a:prstGeom prst="rect">
              <a:avLst/>
            </a:prstGeom>
          </p:spPr>
        </p:pic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CE7E6428-5C92-4CBC-B538-EEE2E5E282A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85"/>
          <a:stretch/>
        </p:blipFill>
        <p:spPr>
          <a:xfrm>
            <a:off x="6095999" y="-6695"/>
            <a:ext cx="6096001" cy="687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8431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Овал 36">
            <a:extLst>
              <a:ext uri="{FF2B5EF4-FFF2-40B4-BE49-F238E27FC236}">
                <a16:creationId xmlns:a16="http://schemas.microsoft.com/office/drawing/2014/main" xmlns="" id="{D7BFE265-4661-4809-A77B-762FB8D6F904}"/>
              </a:ext>
            </a:extLst>
          </p:cNvPr>
          <p:cNvSpPr/>
          <p:nvPr/>
        </p:nvSpPr>
        <p:spPr>
          <a:xfrm>
            <a:off x="10418448" y="-1135207"/>
            <a:ext cx="3547102" cy="3547102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xmlns="" id="{11032426-A1B3-46AD-B960-55AA2D7385EC}"/>
              </a:ext>
            </a:extLst>
          </p:cNvPr>
          <p:cNvSpPr/>
          <p:nvPr/>
        </p:nvSpPr>
        <p:spPr>
          <a:xfrm>
            <a:off x="8835035" y="4294208"/>
            <a:ext cx="3665608" cy="3665608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xmlns="" id="{2AED08C1-7A99-4D7E-85E4-3347C8ECB809}"/>
              </a:ext>
            </a:extLst>
          </p:cNvPr>
          <p:cNvSpPr/>
          <p:nvPr/>
        </p:nvSpPr>
        <p:spPr>
          <a:xfrm>
            <a:off x="7021490" y="5686337"/>
            <a:ext cx="2129865" cy="2129865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xmlns="" id="{FF61FB81-0186-46C4-8667-5EFA0A26B92F}"/>
              </a:ext>
            </a:extLst>
          </p:cNvPr>
          <p:cNvSpPr/>
          <p:nvPr/>
        </p:nvSpPr>
        <p:spPr>
          <a:xfrm>
            <a:off x="4409953" y="-951484"/>
            <a:ext cx="2586417" cy="2586417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8BECB247-2F2F-4F46-8FE4-DFE838A860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31152" y="239283"/>
            <a:ext cx="333375" cy="3905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77CDCA11-645F-4D46-82B3-A161327ED4C5}"/>
              </a:ext>
            </a:extLst>
          </p:cNvPr>
          <p:cNvSpPr txBox="1"/>
          <p:nvPr/>
        </p:nvSpPr>
        <p:spPr>
          <a:xfrm>
            <a:off x="664527" y="434545"/>
            <a:ext cx="2762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rgbClr val="394458"/>
                </a:solidFill>
                <a:latin typeface="Forum" panose="02000000000000000000" pitchFamily="2" charset="0"/>
              </a:rPr>
              <a:t>Образовательная платформа - Пифагор</a:t>
            </a: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4AF70D64-77E9-431D-B67A-FF46128187FB}"/>
              </a:ext>
            </a:extLst>
          </p:cNvPr>
          <p:cNvCxnSpPr/>
          <p:nvPr/>
        </p:nvCxnSpPr>
        <p:spPr>
          <a:xfrm>
            <a:off x="701040" y="484075"/>
            <a:ext cx="279273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8DB516B6-9B92-410A-A7E4-D26544710839}"/>
              </a:ext>
            </a:extLst>
          </p:cNvPr>
          <p:cNvSpPr txBox="1"/>
          <p:nvPr/>
        </p:nvSpPr>
        <p:spPr>
          <a:xfrm>
            <a:off x="931844" y="136859"/>
            <a:ext cx="2227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394458"/>
                </a:solidFill>
                <a:latin typeface="PT Sans" panose="020B0503020203020204" pitchFamily="34" charset="-52"/>
              </a:rPr>
              <a:t>Название раздела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39DA640C-3BC6-4107-8F14-520EE0CD0A44}"/>
              </a:ext>
            </a:extLst>
          </p:cNvPr>
          <p:cNvSpPr txBox="1"/>
          <p:nvPr/>
        </p:nvSpPr>
        <p:spPr>
          <a:xfrm>
            <a:off x="331152" y="5384340"/>
            <a:ext cx="11860847" cy="8774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2400" dirty="0">
                <a:solidFill>
                  <a:srgbClr val="394458"/>
                </a:solidFill>
                <a:latin typeface="PT Sans" panose="020B0503020203020204" pitchFamily="34" charset="-52"/>
              </a:rPr>
              <a:t>Данный слайд можно использовать для использования различных графиков.</a:t>
            </a:r>
          </a:p>
          <a:p>
            <a:r>
              <a:rPr lang="ru-RU" sz="2400" dirty="0">
                <a:solidFill>
                  <a:srgbClr val="394458"/>
                </a:solidFill>
                <a:latin typeface="PT Sans" panose="020B0503020203020204" pitchFamily="34" charset="-52"/>
              </a:rPr>
              <a:t>Старайтесь использовать статистические данные для демонстрации.</a:t>
            </a:r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xmlns="" id="{E89CE88A-9CE2-452A-BCA4-B3A1665882AB}"/>
              </a:ext>
            </a:extLst>
          </p:cNvPr>
          <p:cNvGrpSpPr/>
          <p:nvPr/>
        </p:nvGrpSpPr>
        <p:grpSpPr>
          <a:xfrm>
            <a:off x="331152" y="6351107"/>
            <a:ext cx="5244895" cy="319130"/>
            <a:chOff x="331152" y="6349775"/>
            <a:chExt cx="4547232" cy="30671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BF86926F-21A8-49B4-9EB9-B43109C461FB}"/>
                </a:ext>
              </a:extLst>
            </p:cNvPr>
            <p:cNvSpPr txBox="1"/>
            <p:nvPr/>
          </p:nvSpPr>
          <p:spPr>
            <a:xfrm>
              <a:off x="331152" y="6349775"/>
              <a:ext cx="4547232" cy="306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rgbClr val="9F9FAF"/>
                  </a:solidFill>
                  <a:latin typeface="PT Sans" panose="020B0503020203020204" pitchFamily="34" charset="-52"/>
                </a:rPr>
                <a:t>г. Владимир 2026 г. </a:t>
              </a:r>
              <a:r>
                <a:rPr lang="en-US" sz="1400" dirty="0">
                  <a:solidFill>
                    <a:srgbClr val="9F9FAF"/>
                  </a:solidFill>
                  <a:latin typeface="PT Sans" panose="020B0503020203020204" pitchFamily="34" charset="-52"/>
                </a:rPr>
                <a:t>|</a:t>
              </a:r>
              <a:r>
                <a:rPr lang="ru-RU" sz="1400" dirty="0">
                  <a:solidFill>
                    <a:srgbClr val="9F9FAF"/>
                  </a:solidFill>
                  <a:latin typeface="PT Sans" panose="020B0503020203020204" pitchFamily="34" charset="-52"/>
                </a:rPr>
                <a:t>      ГАПОУ ВО «</a:t>
              </a:r>
              <a:r>
                <a:rPr lang="ru-RU" sz="1400" dirty="0" err="1">
                  <a:solidFill>
                    <a:srgbClr val="9F9FAF"/>
                  </a:solidFill>
                  <a:latin typeface="PT Sans" panose="020B0503020203020204" pitchFamily="34" charset="-52"/>
                </a:rPr>
                <a:t>ВлГК</a:t>
              </a:r>
              <a:r>
                <a:rPr lang="ru-RU" sz="1400" dirty="0">
                  <a:solidFill>
                    <a:srgbClr val="9F9FAF"/>
                  </a:solidFill>
                  <a:latin typeface="PT Sans" panose="020B0503020203020204" pitchFamily="34" charset="-52"/>
                </a:rPr>
                <a:t> им. </a:t>
              </a:r>
              <a:r>
                <a:rPr lang="ru-RU" sz="1400" dirty="0" err="1">
                  <a:solidFill>
                    <a:srgbClr val="9F9FAF"/>
                  </a:solidFill>
                  <a:latin typeface="PT Sans" panose="020B0503020203020204" pitchFamily="34" charset="-52"/>
                </a:rPr>
                <a:t>Советкина</a:t>
              </a:r>
              <a:r>
                <a:rPr lang="ru-RU" sz="1400" dirty="0">
                  <a:solidFill>
                    <a:srgbClr val="9F9FAF"/>
                  </a:solidFill>
                  <a:latin typeface="PT Sans" panose="020B0503020203020204" pitchFamily="34" charset="-52"/>
                </a:rPr>
                <a:t>»</a:t>
              </a:r>
              <a:r>
                <a:rPr lang="en-US" sz="1400" dirty="0">
                  <a:solidFill>
                    <a:srgbClr val="9F9FAF"/>
                  </a:solidFill>
                  <a:latin typeface="PT Sans" panose="020B0503020203020204" pitchFamily="34" charset="-52"/>
                </a:rPr>
                <a:t> </a:t>
              </a:r>
              <a:endParaRPr lang="ru-RU" sz="1400" dirty="0">
                <a:solidFill>
                  <a:srgbClr val="9F9FAF"/>
                </a:solidFill>
                <a:latin typeface="PT Sans" panose="020B0503020203020204" pitchFamily="34" charset="-52"/>
              </a:endParaRPr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xmlns="" id="{42BFB80A-2C51-4B0C-8162-2E3CBF4FF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16490" y="6349775"/>
              <a:ext cx="240908" cy="240908"/>
            </a:xfrm>
            <a:prstGeom prst="rect">
              <a:avLst/>
            </a:prstGeom>
          </p:spPr>
        </p:pic>
      </p:grpSp>
      <p:sp>
        <p:nvSpPr>
          <p:cNvPr id="16" name="Овал 15">
            <a:extLst>
              <a:ext uri="{FF2B5EF4-FFF2-40B4-BE49-F238E27FC236}">
                <a16:creationId xmlns:a16="http://schemas.microsoft.com/office/drawing/2014/main" xmlns="" id="{E2EBDE4B-6C63-4387-93C7-CB8E77117A78}"/>
              </a:ext>
            </a:extLst>
          </p:cNvPr>
          <p:cNvSpPr/>
          <p:nvPr/>
        </p:nvSpPr>
        <p:spPr>
          <a:xfrm>
            <a:off x="-2126174" y="4918467"/>
            <a:ext cx="3665607" cy="3665607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xmlns="" id="{DF0804EF-0888-445A-8843-DDD1754B0FCE}"/>
              </a:ext>
            </a:extLst>
          </p:cNvPr>
          <p:cNvGrpSpPr/>
          <p:nvPr/>
        </p:nvGrpSpPr>
        <p:grpSpPr>
          <a:xfrm>
            <a:off x="11848760" y="4823575"/>
            <a:ext cx="343240" cy="343240"/>
            <a:chOff x="4693580" y="1950380"/>
            <a:chExt cx="343240" cy="343240"/>
          </a:xfrm>
        </p:grpSpPr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xmlns="" id="{B46F2671-B856-43BC-85D6-2A154FD1B66D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xmlns="" id="{53B4766D-B91D-42B7-B046-5AF1D2DAAE0E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xmlns="" id="{7596DBCB-01B8-4C0F-B0CE-CC93FD7D94A6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xmlns="" id="{A9EA636A-4D7C-4F50-A130-6A2BD472F245}"/>
              </a:ext>
            </a:extLst>
          </p:cNvPr>
          <p:cNvGrpSpPr/>
          <p:nvPr/>
        </p:nvGrpSpPr>
        <p:grpSpPr>
          <a:xfrm>
            <a:off x="507158" y="5079200"/>
            <a:ext cx="343240" cy="343240"/>
            <a:chOff x="4693580" y="1950380"/>
            <a:chExt cx="343240" cy="343240"/>
          </a:xfrm>
        </p:grpSpPr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xmlns="" id="{F165C201-0344-4A30-A23F-F4A4A03008B1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xmlns="" id="{1EC11C96-9939-44BF-A1A2-2E5895266809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xmlns="" id="{B2D6E23B-79F2-4532-8EB1-868D8196DCC4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xmlns="" id="{0F5DB82C-D27A-4030-A910-C892C2E491EB}"/>
              </a:ext>
            </a:extLst>
          </p:cNvPr>
          <p:cNvGrpSpPr/>
          <p:nvPr/>
        </p:nvGrpSpPr>
        <p:grpSpPr>
          <a:xfrm>
            <a:off x="6582197" y="1024000"/>
            <a:ext cx="343240" cy="343240"/>
            <a:chOff x="4693580" y="1950380"/>
            <a:chExt cx="343240" cy="343240"/>
          </a:xfrm>
        </p:grpSpPr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xmlns="" id="{CB1C2DA8-FA15-46EE-81B8-F42E6153F5C9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xmlns="" id="{86C4ADB3-E980-4B0C-886E-4E07CFDBD02A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xmlns="" id="{911A7667-BBF4-4937-8F2C-3ACAED4B3188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xmlns="" id="{BDFA395D-73F0-4CC3-9116-950113DAC198}"/>
              </a:ext>
            </a:extLst>
          </p:cNvPr>
          <p:cNvGrpSpPr/>
          <p:nvPr/>
        </p:nvGrpSpPr>
        <p:grpSpPr>
          <a:xfrm>
            <a:off x="10324599" y="0"/>
            <a:ext cx="343240" cy="343240"/>
            <a:chOff x="4693580" y="1950380"/>
            <a:chExt cx="343240" cy="343240"/>
          </a:xfrm>
        </p:grpSpPr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xmlns="" id="{7F72DAB4-8A03-4B60-8BC7-5893236C3AF2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Овал 42">
              <a:extLst>
                <a:ext uri="{FF2B5EF4-FFF2-40B4-BE49-F238E27FC236}">
                  <a16:creationId xmlns:a16="http://schemas.microsoft.com/office/drawing/2014/main" xmlns="" id="{0602CFD0-C5D4-45F3-9139-9A53510A2F27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4" name="Овал 43">
              <a:extLst>
                <a:ext uri="{FF2B5EF4-FFF2-40B4-BE49-F238E27FC236}">
                  <a16:creationId xmlns:a16="http://schemas.microsoft.com/office/drawing/2014/main" xmlns="" id="{2017B6EE-EA3B-4F46-A373-FC0A5D4479C8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aphicFrame>
        <p:nvGraphicFramePr>
          <p:cNvPr id="45" name="Диаграмма 44">
            <a:extLst>
              <a:ext uri="{FF2B5EF4-FFF2-40B4-BE49-F238E27FC236}">
                <a16:creationId xmlns:a16="http://schemas.microsoft.com/office/drawing/2014/main" xmlns="" id="{36B2AA36-5F6B-4A2B-B33E-96231EB98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7185295"/>
              </p:ext>
            </p:extLst>
          </p:nvPr>
        </p:nvGraphicFramePr>
        <p:xfrm>
          <a:off x="3672640" y="81620"/>
          <a:ext cx="8511246" cy="521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7682130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Группа 26">
            <a:extLst>
              <a:ext uri="{FF2B5EF4-FFF2-40B4-BE49-F238E27FC236}">
                <a16:creationId xmlns:a16="http://schemas.microsoft.com/office/drawing/2014/main" xmlns="" id="{2FD38E39-DFBB-4142-996E-F54A727BF8EF}"/>
              </a:ext>
            </a:extLst>
          </p:cNvPr>
          <p:cNvGrpSpPr/>
          <p:nvPr/>
        </p:nvGrpSpPr>
        <p:grpSpPr>
          <a:xfrm>
            <a:off x="6849870" y="6041359"/>
            <a:ext cx="343240" cy="343240"/>
            <a:chOff x="4693580" y="1950380"/>
            <a:chExt cx="343240" cy="343240"/>
          </a:xfrm>
        </p:grpSpPr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xmlns="" id="{E6C3C537-46D7-4059-A782-0DB5410AC6BD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xmlns="" id="{9BBD6766-963E-4CAF-AB57-A25849447337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xmlns="" id="{A13CD500-018A-457C-9DEB-EF2DD3E32A91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xmlns="" id="{1D49C421-ECD0-4527-AD89-C528FCC4D74F}"/>
              </a:ext>
            </a:extLst>
          </p:cNvPr>
          <p:cNvGrpSpPr/>
          <p:nvPr/>
        </p:nvGrpSpPr>
        <p:grpSpPr>
          <a:xfrm>
            <a:off x="3786493" y="1195620"/>
            <a:ext cx="343240" cy="343240"/>
            <a:chOff x="4693580" y="1950380"/>
            <a:chExt cx="343240" cy="343240"/>
          </a:xfrm>
        </p:grpSpPr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xmlns="" id="{5959629A-0279-45C7-8628-FB88D0FDA540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xmlns="" id="{4EAEF45F-DFFF-4177-BBD9-DCAB6EC3845B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xmlns="" id="{4AEAD7FD-EE19-4213-8AD1-C4D08C567B44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7" name="Овал 36">
            <a:extLst>
              <a:ext uri="{FF2B5EF4-FFF2-40B4-BE49-F238E27FC236}">
                <a16:creationId xmlns:a16="http://schemas.microsoft.com/office/drawing/2014/main" xmlns="" id="{D7BFE265-4661-4809-A77B-762FB8D6F904}"/>
              </a:ext>
            </a:extLst>
          </p:cNvPr>
          <p:cNvSpPr/>
          <p:nvPr/>
        </p:nvSpPr>
        <p:spPr>
          <a:xfrm>
            <a:off x="9838481" y="-482411"/>
            <a:ext cx="2762330" cy="2762330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xmlns="" id="{11032426-A1B3-46AD-B960-55AA2D7385EC}"/>
              </a:ext>
            </a:extLst>
          </p:cNvPr>
          <p:cNvSpPr/>
          <p:nvPr/>
        </p:nvSpPr>
        <p:spPr>
          <a:xfrm>
            <a:off x="8063134" y="1774161"/>
            <a:ext cx="4896076" cy="4896076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xmlns="" id="{2AED08C1-7A99-4D7E-85E4-3347C8ECB809}"/>
              </a:ext>
            </a:extLst>
          </p:cNvPr>
          <p:cNvSpPr/>
          <p:nvPr/>
        </p:nvSpPr>
        <p:spPr>
          <a:xfrm>
            <a:off x="7021490" y="4918467"/>
            <a:ext cx="2897735" cy="2897735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xmlns="" id="{FF61FB81-0186-46C4-8667-5EFA0A26B92F}"/>
              </a:ext>
            </a:extLst>
          </p:cNvPr>
          <p:cNvSpPr/>
          <p:nvPr/>
        </p:nvSpPr>
        <p:spPr>
          <a:xfrm>
            <a:off x="3159505" y="1366964"/>
            <a:ext cx="1969582" cy="1969582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8BECB247-2F2F-4F46-8FE4-DFE838A860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31152" y="239283"/>
            <a:ext cx="333375" cy="3905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77CDCA11-645F-4D46-82B3-A161327ED4C5}"/>
              </a:ext>
            </a:extLst>
          </p:cNvPr>
          <p:cNvSpPr txBox="1"/>
          <p:nvPr/>
        </p:nvSpPr>
        <p:spPr>
          <a:xfrm>
            <a:off x="664527" y="434545"/>
            <a:ext cx="2762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rgbClr val="394458"/>
                </a:solidFill>
                <a:latin typeface="Forum" panose="02000000000000000000" pitchFamily="2" charset="0"/>
              </a:rPr>
              <a:t>Образовательная платформа - Пифагор</a:t>
            </a: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4AF70D64-77E9-431D-B67A-FF46128187FB}"/>
              </a:ext>
            </a:extLst>
          </p:cNvPr>
          <p:cNvCxnSpPr/>
          <p:nvPr/>
        </p:nvCxnSpPr>
        <p:spPr>
          <a:xfrm>
            <a:off x="701040" y="484075"/>
            <a:ext cx="279273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8DB516B6-9B92-410A-A7E4-D26544710839}"/>
              </a:ext>
            </a:extLst>
          </p:cNvPr>
          <p:cNvSpPr txBox="1"/>
          <p:nvPr/>
        </p:nvSpPr>
        <p:spPr>
          <a:xfrm>
            <a:off x="931844" y="136859"/>
            <a:ext cx="2227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394458"/>
                </a:solidFill>
                <a:latin typeface="PT Sans" panose="020B0503020203020204" pitchFamily="34" charset="-52"/>
              </a:rPr>
              <a:t>Название раздела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39DA640C-3BC6-4107-8F14-520EE0CD0A44}"/>
              </a:ext>
            </a:extLst>
          </p:cNvPr>
          <p:cNvSpPr txBox="1"/>
          <p:nvPr/>
        </p:nvSpPr>
        <p:spPr>
          <a:xfrm>
            <a:off x="331153" y="1195620"/>
            <a:ext cx="3592665" cy="35152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2400" dirty="0">
                <a:solidFill>
                  <a:srgbClr val="394458"/>
                </a:solidFill>
                <a:latin typeface="PT Sans" panose="020B0503020203020204" pitchFamily="34" charset="-52"/>
              </a:rPr>
              <a:t>Данный слайд можно использовать для использования табличных значений.</a:t>
            </a:r>
          </a:p>
          <a:p>
            <a:r>
              <a:rPr lang="ru-RU" sz="2400" dirty="0">
                <a:solidFill>
                  <a:srgbClr val="394458"/>
                </a:solidFill>
                <a:latin typeface="PT Sans" panose="020B0503020203020204" pitchFamily="34" charset="-52"/>
              </a:rPr>
              <a:t>Старайтесь использовать статистические данные для демонстрации.</a:t>
            </a:r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xmlns="" id="{E89CE88A-9CE2-452A-BCA4-B3A1665882AB}"/>
              </a:ext>
            </a:extLst>
          </p:cNvPr>
          <p:cNvGrpSpPr/>
          <p:nvPr/>
        </p:nvGrpSpPr>
        <p:grpSpPr>
          <a:xfrm>
            <a:off x="331152" y="6351107"/>
            <a:ext cx="5379366" cy="319130"/>
            <a:chOff x="331152" y="6349775"/>
            <a:chExt cx="4547232" cy="30671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BF86926F-21A8-49B4-9EB9-B43109C461FB}"/>
                </a:ext>
              </a:extLst>
            </p:cNvPr>
            <p:cNvSpPr txBox="1"/>
            <p:nvPr/>
          </p:nvSpPr>
          <p:spPr>
            <a:xfrm>
              <a:off x="331152" y="6349775"/>
              <a:ext cx="4547232" cy="306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rgbClr val="9F9FAF"/>
                  </a:solidFill>
                  <a:latin typeface="PT Sans" panose="020B0503020203020204" pitchFamily="34" charset="-52"/>
                </a:rPr>
                <a:t>г. Владимир 2026 г. </a:t>
              </a:r>
              <a:r>
                <a:rPr lang="en-US" sz="1400" dirty="0">
                  <a:solidFill>
                    <a:srgbClr val="9F9FAF"/>
                  </a:solidFill>
                  <a:latin typeface="PT Sans" panose="020B0503020203020204" pitchFamily="34" charset="-52"/>
                </a:rPr>
                <a:t>|</a:t>
              </a:r>
              <a:r>
                <a:rPr lang="ru-RU" sz="1400" dirty="0">
                  <a:solidFill>
                    <a:srgbClr val="9F9FAF"/>
                  </a:solidFill>
                  <a:latin typeface="PT Sans" panose="020B0503020203020204" pitchFamily="34" charset="-52"/>
                </a:rPr>
                <a:t>      ГАПОУ ВО «</a:t>
              </a:r>
              <a:r>
                <a:rPr lang="ru-RU" sz="1400" dirty="0" err="1">
                  <a:solidFill>
                    <a:srgbClr val="9F9FAF"/>
                  </a:solidFill>
                  <a:latin typeface="PT Sans" panose="020B0503020203020204" pitchFamily="34" charset="-52"/>
                </a:rPr>
                <a:t>ВлГК</a:t>
              </a:r>
              <a:r>
                <a:rPr lang="ru-RU" sz="1400" dirty="0">
                  <a:solidFill>
                    <a:srgbClr val="9F9FAF"/>
                  </a:solidFill>
                  <a:latin typeface="PT Sans" panose="020B0503020203020204" pitchFamily="34" charset="-52"/>
                </a:rPr>
                <a:t> им. </a:t>
              </a:r>
              <a:r>
                <a:rPr lang="ru-RU" sz="1400" dirty="0" err="1">
                  <a:solidFill>
                    <a:srgbClr val="9F9FAF"/>
                  </a:solidFill>
                  <a:latin typeface="PT Sans" panose="020B0503020203020204" pitchFamily="34" charset="-52"/>
                </a:rPr>
                <a:t>Советкина</a:t>
              </a:r>
              <a:r>
                <a:rPr lang="ru-RU" sz="1400" dirty="0">
                  <a:solidFill>
                    <a:srgbClr val="9F9FAF"/>
                  </a:solidFill>
                  <a:latin typeface="PT Sans" panose="020B0503020203020204" pitchFamily="34" charset="-52"/>
                </a:rPr>
                <a:t>»</a:t>
              </a:r>
              <a:r>
                <a:rPr lang="en-US" sz="1400" dirty="0">
                  <a:solidFill>
                    <a:srgbClr val="9F9FAF"/>
                  </a:solidFill>
                  <a:latin typeface="PT Sans" panose="020B0503020203020204" pitchFamily="34" charset="-52"/>
                </a:rPr>
                <a:t> </a:t>
              </a:r>
              <a:endParaRPr lang="ru-RU" sz="1400" dirty="0">
                <a:solidFill>
                  <a:srgbClr val="9F9FAF"/>
                </a:solidFill>
                <a:latin typeface="PT Sans" panose="020B0503020203020204" pitchFamily="34" charset="-52"/>
              </a:endParaRPr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xmlns="" id="{42BFB80A-2C51-4B0C-8162-2E3CBF4FF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16490" y="6349775"/>
              <a:ext cx="240908" cy="240908"/>
            </a:xfrm>
            <a:prstGeom prst="rect">
              <a:avLst/>
            </a:prstGeom>
          </p:spPr>
        </p:pic>
      </p:grpSp>
      <p:sp>
        <p:nvSpPr>
          <p:cNvPr id="16" name="Овал 15">
            <a:extLst>
              <a:ext uri="{FF2B5EF4-FFF2-40B4-BE49-F238E27FC236}">
                <a16:creationId xmlns:a16="http://schemas.microsoft.com/office/drawing/2014/main" xmlns="" id="{E2EBDE4B-6C63-4387-93C7-CB8E77117A78}"/>
              </a:ext>
            </a:extLst>
          </p:cNvPr>
          <p:cNvSpPr/>
          <p:nvPr/>
        </p:nvSpPr>
        <p:spPr>
          <a:xfrm>
            <a:off x="-2126174" y="4185125"/>
            <a:ext cx="4398949" cy="4398949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2" name="Таблица 3">
            <a:extLst>
              <a:ext uri="{FF2B5EF4-FFF2-40B4-BE49-F238E27FC236}">
                <a16:creationId xmlns:a16="http://schemas.microsoft.com/office/drawing/2014/main" xmlns="" id="{506A59F4-9B65-461A-996F-73C252D3FD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656432"/>
              </p:ext>
            </p:extLst>
          </p:nvPr>
        </p:nvGraphicFramePr>
        <p:xfrm>
          <a:off x="3958113" y="879675"/>
          <a:ext cx="8010110" cy="5254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022">
                  <a:extLst>
                    <a:ext uri="{9D8B030D-6E8A-4147-A177-3AD203B41FA5}">
                      <a16:colId xmlns:a16="http://schemas.microsoft.com/office/drawing/2014/main" xmlns="" val="2742559568"/>
                    </a:ext>
                  </a:extLst>
                </a:gridCol>
                <a:gridCol w="1602022">
                  <a:extLst>
                    <a:ext uri="{9D8B030D-6E8A-4147-A177-3AD203B41FA5}">
                      <a16:colId xmlns:a16="http://schemas.microsoft.com/office/drawing/2014/main" xmlns="" val="3256902493"/>
                    </a:ext>
                  </a:extLst>
                </a:gridCol>
                <a:gridCol w="1602022">
                  <a:extLst>
                    <a:ext uri="{9D8B030D-6E8A-4147-A177-3AD203B41FA5}">
                      <a16:colId xmlns:a16="http://schemas.microsoft.com/office/drawing/2014/main" xmlns="" val="435041955"/>
                    </a:ext>
                  </a:extLst>
                </a:gridCol>
                <a:gridCol w="1602022">
                  <a:extLst>
                    <a:ext uri="{9D8B030D-6E8A-4147-A177-3AD203B41FA5}">
                      <a16:colId xmlns:a16="http://schemas.microsoft.com/office/drawing/2014/main" xmlns="" val="2438139734"/>
                    </a:ext>
                  </a:extLst>
                </a:gridCol>
                <a:gridCol w="1602022">
                  <a:extLst>
                    <a:ext uri="{9D8B030D-6E8A-4147-A177-3AD203B41FA5}">
                      <a16:colId xmlns:a16="http://schemas.microsoft.com/office/drawing/2014/main" xmlns="" val="2650474077"/>
                    </a:ext>
                  </a:extLst>
                </a:gridCol>
              </a:tblGrid>
              <a:tr h="656863">
                <a:tc>
                  <a:txBody>
                    <a:bodyPr/>
                    <a:lstStyle/>
                    <a:p>
                      <a:r>
                        <a:rPr lang="ru-RU" dirty="0" smtClean="0"/>
                        <a:t>Событие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Итог для персонажа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47383947"/>
                  </a:ext>
                </a:extLst>
              </a:tr>
              <a:tr h="656863">
                <a:tc>
                  <a:txBody>
                    <a:bodyPr/>
                    <a:lstStyle/>
                    <a:p>
                      <a:r>
                        <a:rPr lang="ru-RU" dirty="0" smtClean="0"/>
                        <a:t>Ушел туда-то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23888477"/>
                  </a:ext>
                </a:extLst>
              </a:tr>
              <a:tr h="656863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20357815"/>
                  </a:ext>
                </a:extLst>
              </a:tr>
              <a:tr h="656863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93435535"/>
                  </a:ext>
                </a:extLst>
              </a:tr>
              <a:tr h="656863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05829490"/>
                  </a:ext>
                </a:extLst>
              </a:tr>
              <a:tr h="656863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84273565"/>
                  </a:ext>
                </a:extLst>
              </a:tr>
              <a:tr h="656863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32469403"/>
                  </a:ext>
                </a:extLst>
              </a:tr>
              <a:tr h="656863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91988135"/>
                  </a:ext>
                </a:extLst>
              </a:tr>
            </a:tbl>
          </a:graphicData>
        </a:graphic>
      </p:graphicFrame>
      <p:grpSp>
        <p:nvGrpSpPr>
          <p:cNvPr id="23" name="Группа 22">
            <a:extLst>
              <a:ext uri="{FF2B5EF4-FFF2-40B4-BE49-F238E27FC236}">
                <a16:creationId xmlns:a16="http://schemas.microsoft.com/office/drawing/2014/main" xmlns="" id="{FF32D2DF-CEB3-4D31-B31B-035E89E1889F}"/>
              </a:ext>
            </a:extLst>
          </p:cNvPr>
          <p:cNvGrpSpPr/>
          <p:nvPr/>
        </p:nvGrpSpPr>
        <p:grpSpPr>
          <a:xfrm>
            <a:off x="1673250" y="5016141"/>
            <a:ext cx="343240" cy="343240"/>
            <a:chOff x="4693580" y="1950380"/>
            <a:chExt cx="343240" cy="343240"/>
          </a:xfrm>
        </p:grpSpPr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xmlns="" id="{6FC8002B-4764-4A96-AF4D-5E3AD4275EDE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xmlns="" id="{067E7FF3-91C0-4C38-866E-15FDBA785E9A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xmlns="" id="{D419A485-D2FA-4DE9-9D33-62137B68C4A2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xmlns="" id="{764DF1FC-A234-4EE9-B7BA-9035D3ADAD87}"/>
              </a:ext>
            </a:extLst>
          </p:cNvPr>
          <p:cNvGrpSpPr/>
          <p:nvPr/>
        </p:nvGrpSpPr>
        <p:grpSpPr>
          <a:xfrm>
            <a:off x="9764411" y="6430149"/>
            <a:ext cx="343240" cy="343240"/>
            <a:chOff x="4693580" y="1950380"/>
            <a:chExt cx="343240" cy="343240"/>
          </a:xfrm>
        </p:grpSpPr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xmlns="" id="{2EA14573-7C2B-47DE-ADD7-933B3164C029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xmlns="" id="{84A5CEFF-AEAB-497A-95C3-9FABEC34F7C3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xmlns="" id="{4BDCD1F2-EB20-4950-AADA-21F3BEA01285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xmlns="" id="{4DFC013B-A642-470E-9447-A76BF1E4680A}"/>
              </a:ext>
            </a:extLst>
          </p:cNvPr>
          <p:cNvGrpSpPr/>
          <p:nvPr/>
        </p:nvGrpSpPr>
        <p:grpSpPr>
          <a:xfrm>
            <a:off x="9765510" y="329338"/>
            <a:ext cx="343240" cy="343240"/>
            <a:chOff x="4693580" y="1950380"/>
            <a:chExt cx="343240" cy="343240"/>
          </a:xfrm>
        </p:grpSpPr>
        <p:sp>
          <p:nvSpPr>
            <p:cNvPr id="44" name="Овал 43">
              <a:extLst>
                <a:ext uri="{FF2B5EF4-FFF2-40B4-BE49-F238E27FC236}">
                  <a16:creationId xmlns:a16="http://schemas.microsoft.com/office/drawing/2014/main" xmlns="" id="{6331086A-3D74-49FF-89F4-7F457A08E714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xmlns="" id="{74EAAC9E-EB0E-4AFE-B3C6-66D936F240F0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xmlns="" id="{201AD856-E277-4451-812C-8419ECE64B8C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765472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Овал 36">
            <a:extLst>
              <a:ext uri="{FF2B5EF4-FFF2-40B4-BE49-F238E27FC236}">
                <a16:creationId xmlns:a16="http://schemas.microsoft.com/office/drawing/2014/main" xmlns="" id="{D7BFE265-4661-4809-A77B-762FB8D6F904}"/>
              </a:ext>
            </a:extLst>
          </p:cNvPr>
          <p:cNvSpPr/>
          <p:nvPr/>
        </p:nvSpPr>
        <p:spPr>
          <a:xfrm>
            <a:off x="9486605" y="-873805"/>
            <a:ext cx="3547102" cy="3547102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xmlns="" id="{11032426-A1B3-46AD-B960-55AA2D7385EC}"/>
              </a:ext>
            </a:extLst>
          </p:cNvPr>
          <p:cNvSpPr/>
          <p:nvPr/>
        </p:nvSpPr>
        <p:spPr>
          <a:xfrm>
            <a:off x="9749435" y="3406847"/>
            <a:ext cx="3665608" cy="3665608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xmlns="" id="{2AED08C1-7A99-4D7E-85E4-3347C8ECB809}"/>
              </a:ext>
            </a:extLst>
          </p:cNvPr>
          <p:cNvSpPr/>
          <p:nvPr/>
        </p:nvSpPr>
        <p:spPr>
          <a:xfrm>
            <a:off x="3345020" y="5411505"/>
            <a:ext cx="2129865" cy="2129865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xmlns="" id="{FF61FB81-0186-46C4-8667-5EFA0A26B92F}"/>
              </a:ext>
            </a:extLst>
          </p:cNvPr>
          <p:cNvSpPr/>
          <p:nvPr/>
        </p:nvSpPr>
        <p:spPr>
          <a:xfrm>
            <a:off x="3771966" y="-249168"/>
            <a:ext cx="1275971" cy="1275971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8BECB247-2F2F-4F46-8FE4-DFE838A860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31152" y="239283"/>
            <a:ext cx="333375" cy="3905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77CDCA11-645F-4D46-82B3-A161327ED4C5}"/>
              </a:ext>
            </a:extLst>
          </p:cNvPr>
          <p:cNvSpPr txBox="1"/>
          <p:nvPr/>
        </p:nvSpPr>
        <p:spPr>
          <a:xfrm>
            <a:off x="664527" y="434545"/>
            <a:ext cx="2762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rgbClr val="394458"/>
                </a:solidFill>
                <a:latin typeface="Forum" panose="02000000000000000000" pitchFamily="2" charset="0"/>
              </a:rPr>
              <a:t>Образовательная платформа - Пифагор</a:t>
            </a: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4AF70D64-77E9-431D-B67A-FF46128187FB}"/>
              </a:ext>
            </a:extLst>
          </p:cNvPr>
          <p:cNvCxnSpPr/>
          <p:nvPr/>
        </p:nvCxnSpPr>
        <p:spPr>
          <a:xfrm>
            <a:off x="701040" y="484075"/>
            <a:ext cx="279273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8DB516B6-9B92-410A-A7E4-D26544710839}"/>
              </a:ext>
            </a:extLst>
          </p:cNvPr>
          <p:cNvSpPr txBox="1"/>
          <p:nvPr/>
        </p:nvSpPr>
        <p:spPr>
          <a:xfrm>
            <a:off x="931844" y="136859"/>
            <a:ext cx="2227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394458"/>
                </a:solidFill>
                <a:latin typeface="PT Sans" panose="020B0503020203020204" pitchFamily="34" charset="-52"/>
              </a:rPr>
              <a:t>Название раздела</a:t>
            </a:r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xmlns="" id="{E89CE88A-9CE2-452A-BCA4-B3A1665882AB}"/>
              </a:ext>
            </a:extLst>
          </p:cNvPr>
          <p:cNvGrpSpPr/>
          <p:nvPr/>
        </p:nvGrpSpPr>
        <p:grpSpPr>
          <a:xfrm>
            <a:off x="331152" y="6351107"/>
            <a:ext cx="4547231" cy="319130"/>
            <a:chOff x="331152" y="6349775"/>
            <a:chExt cx="4547232" cy="30671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BF86926F-21A8-49B4-9EB9-B43109C461FB}"/>
                </a:ext>
              </a:extLst>
            </p:cNvPr>
            <p:cNvSpPr txBox="1"/>
            <p:nvPr/>
          </p:nvSpPr>
          <p:spPr>
            <a:xfrm>
              <a:off x="331152" y="6349775"/>
              <a:ext cx="4547232" cy="306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rgbClr val="9F9FAF"/>
                  </a:solidFill>
                  <a:latin typeface="PT Sans" panose="020B0503020203020204" pitchFamily="34" charset="-52"/>
                </a:rPr>
                <a:t>г. Владимир 2026 г. </a:t>
              </a:r>
              <a:r>
                <a:rPr lang="en-US" sz="1400" dirty="0">
                  <a:solidFill>
                    <a:srgbClr val="9F9FAF"/>
                  </a:solidFill>
                  <a:latin typeface="PT Sans" panose="020B0503020203020204" pitchFamily="34" charset="-52"/>
                </a:rPr>
                <a:t>|</a:t>
              </a:r>
              <a:r>
                <a:rPr lang="ru-RU" sz="1400" dirty="0">
                  <a:solidFill>
                    <a:srgbClr val="9F9FAF"/>
                  </a:solidFill>
                  <a:latin typeface="PT Sans" panose="020B0503020203020204" pitchFamily="34" charset="-52"/>
                </a:rPr>
                <a:t>      ГАПОУ ВО «</a:t>
              </a:r>
              <a:r>
                <a:rPr lang="ru-RU" sz="1400" dirty="0" err="1">
                  <a:solidFill>
                    <a:srgbClr val="9F9FAF"/>
                  </a:solidFill>
                  <a:latin typeface="PT Sans" panose="020B0503020203020204" pitchFamily="34" charset="-52"/>
                </a:rPr>
                <a:t>ВлГК</a:t>
              </a:r>
              <a:r>
                <a:rPr lang="ru-RU" sz="1400" dirty="0">
                  <a:solidFill>
                    <a:srgbClr val="9F9FAF"/>
                  </a:solidFill>
                  <a:latin typeface="PT Sans" panose="020B0503020203020204" pitchFamily="34" charset="-52"/>
                </a:rPr>
                <a:t> им. </a:t>
              </a:r>
              <a:r>
                <a:rPr lang="ru-RU" sz="1400" dirty="0" err="1">
                  <a:solidFill>
                    <a:srgbClr val="9F9FAF"/>
                  </a:solidFill>
                  <a:latin typeface="PT Sans" panose="020B0503020203020204" pitchFamily="34" charset="-52"/>
                </a:rPr>
                <a:t>Советкина</a:t>
              </a:r>
              <a:r>
                <a:rPr lang="ru-RU" sz="1400" dirty="0">
                  <a:solidFill>
                    <a:srgbClr val="9F9FAF"/>
                  </a:solidFill>
                  <a:latin typeface="PT Sans" panose="020B0503020203020204" pitchFamily="34" charset="-52"/>
                </a:rPr>
                <a:t>»</a:t>
              </a:r>
              <a:r>
                <a:rPr lang="en-US" sz="1400" dirty="0">
                  <a:solidFill>
                    <a:srgbClr val="9F9FAF"/>
                  </a:solidFill>
                  <a:latin typeface="PT Sans" panose="020B0503020203020204" pitchFamily="34" charset="-52"/>
                </a:rPr>
                <a:t> </a:t>
              </a:r>
              <a:endParaRPr lang="ru-RU" sz="1400" dirty="0">
                <a:solidFill>
                  <a:srgbClr val="9F9FAF"/>
                </a:solidFill>
                <a:latin typeface="PT Sans" panose="020B0503020203020204" pitchFamily="34" charset="-52"/>
              </a:endParaRPr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xmlns="" id="{42BFB80A-2C51-4B0C-8162-2E3CBF4FF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16490" y="6349775"/>
              <a:ext cx="240908" cy="240908"/>
            </a:xfrm>
            <a:prstGeom prst="rect">
              <a:avLst/>
            </a:prstGeom>
          </p:spPr>
        </p:pic>
      </p:grpSp>
      <p:sp>
        <p:nvSpPr>
          <p:cNvPr id="16" name="Овал 15">
            <a:extLst>
              <a:ext uri="{FF2B5EF4-FFF2-40B4-BE49-F238E27FC236}">
                <a16:creationId xmlns:a16="http://schemas.microsoft.com/office/drawing/2014/main" xmlns="" id="{E2EBDE4B-6C63-4387-93C7-CB8E77117A78}"/>
              </a:ext>
            </a:extLst>
          </p:cNvPr>
          <p:cNvSpPr/>
          <p:nvPr/>
        </p:nvSpPr>
        <p:spPr>
          <a:xfrm>
            <a:off x="-2126174" y="4918467"/>
            <a:ext cx="3665607" cy="3665607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xmlns="" id="{336BF737-54C5-4353-9269-91941EF6E259}"/>
              </a:ext>
            </a:extLst>
          </p:cNvPr>
          <p:cNvGrpSpPr/>
          <p:nvPr/>
        </p:nvGrpSpPr>
        <p:grpSpPr>
          <a:xfrm>
            <a:off x="507158" y="5079200"/>
            <a:ext cx="343240" cy="343240"/>
            <a:chOff x="4693580" y="1950380"/>
            <a:chExt cx="343240" cy="343240"/>
          </a:xfrm>
        </p:grpSpPr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xmlns="" id="{AC49AC19-ED7A-4093-8AA5-C835073256F8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xmlns="" id="{012FC381-064D-4FD1-A88D-F0104F5373F2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xmlns="" id="{DDF29A85-3C50-4A8A-8526-46BBEBAAF8B1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xmlns="" id="{28899068-1FE0-4070-BC4A-5470CB4F8B84}"/>
              </a:ext>
            </a:extLst>
          </p:cNvPr>
          <p:cNvGrpSpPr/>
          <p:nvPr/>
        </p:nvGrpSpPr>
        <p:grpSpPr>
          <a:xfrm>
            <a:off x="4166636" y="5310010"/>
            <a:ext cx="343240" cy="343240"/>
            <a:chOff x="4693580" y="1950380"/>
            <a:chExt cx="343240" cy="343240"/>
          </a:xfrm>
        </p:grpSpPr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xmlns="" id="{8F32B6E6-34E2-4A55-9102-3AA5170310F8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xmlns="" id="{A0E4000D-04B7-4A59-9AB4-FCDBDD042B67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xmlns="" id="{1EA2C182-12A3-4B34-8189-8581500C4EBE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xmlns="" id="{DC1362DA-D805-4E80-B0E9-6086D9F9E961}"/>
              </a:ext>
            </a:extLst>
          </p:cNvPr>
          <p:cNvGrpSpPr/>
          <p:nvPr/>
        </p:nvGrpSpPr>
        <p:grpSpPr>
          <a:xfrm>
            <a:off x="11423087" y="3270398"/>
            <a:ext cx="272898" cy="272898"/>
            <a:chOff x="4693580" y="1950380"/>
            <a:chExt cx="343240" cy="343240"/>
          </a:xfrm>
        </p:grpSpPr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xmlns="" id="{27435F23-C9B4-4CD9-B684-48AC7F7118E5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xmlns="" id="{A8480103-C1F7-4AA8-BACE-96408BCE8F87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xmlns="" id="{685D85EA-DCDB-4409-A96F-EBE2F9FA5180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xmlns="" id="{7FD89DA3-5836-4B83-B166-F52E3405CF2F}"/>
              </a:ext>
            </a:extLst>
          </p:cNvPr>
          <p:cNvGrpSpPr/>
          <p:nvPr/>
        </p:nvGrpSpPr>
        <p:grpSpPr>
          <a:xfrm>
            <a:off x="9425267" y="434545"/>
            <a:ext cx="257950" cy="257950"/>
            <a:chOff x="4693580" y="1950380"/>
            <a:chExt cx="343240" cy="343240"/>
          </a:xfrm>
        </p:grpSpPr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xmlns="" id="{EDCD3998-55F6-4AD8-9CE0-4FC8B040ECB2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xmlns="" id="{464BFC31-603F-49E2-B06B-96E9983DC87D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xmlns="" id="{74FE9AF3-E26D-4611-9603-187B8D1B2126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xmlns="" id="{A5EAAA05-31B7-42B1-B3DD-A6DD09800643}"/>
              </a:ext>
            </a:extLst>
          </p:cNvPr>
          <p:cNvGrpSpPr/>
          <p:nvPr/>
        </p:nvGrpSpPr>
        <p:grpSpPr>
          <a:xfrm>
            <a:off x="4792053" y="606165"/>
            <a:ext cx="257950" cy="257950"/>
            <a:chOff x="4693580" y="1950380"/>
            <a:chExt cx="343240" cy="343240"/>
          </a:xfrm>
        </p:grpSpPr>
        <p:sp>
          <p:nvSpPr>
            <p:cNvPr id="44" name="Овал 43">
              <a:extLst>
                <a:ext uri="{FF2B5EF4-FFF2-40B4-BE49-F238E27FC236}">
                  <a16:creationId xmlns:a16="http://schemas.microsoft.com/office/drawing/2014/main" xmlns="" id="{A680E1BF-C198-4847-B166-3629B0B22B25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xmlns="" id="{31DAA07A-1A69-4904-8C4E-FAD94844A948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xmlns="" id="{289B80C9-5740-438D-93A3-E6C435690197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E508E543-8B29-4797-BAAC-79730FEB17F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r="8701"/>
          <a:stretch/>
        </p:blipFill>
        <p:spPr>
          <a:xfrm>
            <a:off x="4945561" y="431455"/>
            <a:ext cx="2700000" cy="360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xmlns="" id="{9786E201-2D41-4F3F-9BB5-11256FA940C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53" r="10047"/>
          <a:stretch/>
        </p:blipFill>
        <p:spPr>
          <a:xfrm>
            <a:off x="938329" y="1268778"/>
            <a:ext cx="2700000" cy="360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FE26A680-807A-4427-B5F5-32A8E00FD36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791" y="1891844"/>
            <a:ext cx="2700000" cy="360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3C6C5AC7-C92E-44F0-A889-20A637985141}"/>
              </a:ext>
            </a:extLst>
          </p:cNvPr>
          <p:cNvSpPr txBox="1"/>
          <p:nvPr/>
        </p:nvSpPr>
        <p:spPr>
          <a:xfrm>
            <a:off x="931845" y="4948000"/>
            <a:ext cx="2712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394458"/>
                </a:solidFill>
                <a:latin typeface="PT Sans" panose="020B0503020203020204" pitchFamily="34" charset="-52"/>
              </a:rPr>
              <a:t>Фамилия Имя Отчество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CEF78089-BF97-414D-BA62-09813A98BD68}"/>
              </a:ext>
            </a:extLst>
          </p:cNvPr>
          <p:cNvSpPr txBox="1"/>
          <p:nvPr/>
        </p:nvSpPr>
        <p:spPr>
          <a:xfrm>
            <a:off x="4939077" y="4160892"/>
            <a:ext cx="2712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394458"/>
                </a:solidFill>
                <a:latin typeface="PT Sans" panose="020B0503020203020204" pitchFamily="34" charset="-52"/>
              </a:rPr>
              <a:t>Фамилия Имя Отчество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1369D366-8B78-4BC7-9CFC-5F114D6BE7FE}"/>
              </a:ext>
            </a:extLst>
          </p:cNvPr>
          <p:cNvSpPr txBox="1"/>
          <p:nvPr/>
        </p:nvSpPr>
        <p:spPr>
          <a:xfrm>
            <a:off x="8820307" y="5654230"/>
            <a:ext cx="2712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394458"/>
                </a:solidFill>
                <a:latin typeface="PT Sans" panose="020B0503020203020204" pitchFamily="34" charset="-52"/>
              </a:rPr>
              <a:t>Фамилия Имя Отчество</a:t>
            </a:r>
          </a:p>
        </p:txBody>
      </p:sp>
    </p:spTree>
    <p:extLst>
      <p:ext uri="{BB962C8B-B14F-4D97-AF65-F5344CB8AC3E}">
        <p14:creationId xmlns:p14="http://schemas.microsoft.com/office/powerpoint/2010/main" val="35931857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Овал 30">
            <a:extLst>
              <a:ext uri="{FF2B5EF4-FFF2-40B4-BE49-F238E27FC236}">
                <a16:creationId xmlns:a16="http://schemas.microsoft.com/office/drawing/2014/main" xmlns="" id="{56950B40-54B4-4D36-A927-F8395F9BCE5A}"/>
              </a:ext>
            </a:extLst>
          </p:cNvPr>
          <p:cNvSpPr/>
          <p:nvPr/>
        </p:nvSpPr>
        <p:spPr>
          <a:xfrm>
            <a:off x="7050858" y="2091393"/>
            <a:ext cx="110357" cy="110357"/>
          </a:xfrm>
          <a:prstGeom prst="ellipse">
            <a:avLst/>
          </a:prstGeom>
          <a:solidFill>
            <a:srgbClr val="4A6FA5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xmlns="" id="{DA2C816C-9202-4E2F-94B2-2F0D24283CE2}"/>
              </a:ext>
            </a:extLst>
          </p:cNvPr>
          <p:cNvSpPr/>
          <p:nvPr/>
        </p:nvSpPr>
        <p:spPr>
          <a:xfrm>
            <a:off x="4489219" y="785669"/>
            <a:ext cx="3244860" cy="3301968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3357CD03-FCD9-46D0-9FCE-04731EBCBE34}"/>
              </a:ext>
            </a:extLst>
          </p:cNvPr>
          <p:cNvSpPr/>
          <p:nvPr/>
        </p:nvSpPr>
        <p:spPr>
          <a:xfrm>
            <a:off x="5060604" y="1376604"/>
            <a:ext cx="2120098" cy="2120098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xmlns="" id="{BD186D4F-C0F1-4D71-AFE9-A027DB3039D0}"/>
              </a:ext>
            </a:extLst>
          </p:cNvPr>
          <p:cNvSpPr/>
          <p:nvPr/>
        </p:nvSpPr>
        <p:spPr>
          <a:xfrm>
            <a:off x="5623540" y="1939540"/>
            <a:ext cx="994226" cy="994226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DAF8C25D-250C-4498-BC49-95771629A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4874875" y="1484846"/>
            <a:ext cx="2514069" cy="2146628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xmlns="" id="{A1BA9B54-FE15-43FA-BF58-5749D56C83D1}"/>
              </a:ext>
            </a:extLst>
          </p:cNvPr>
          <p:cNvGrpSpPr/>
          <p:nvPr/>
        </p:nvGrpSpPr>
        <p:grpSpPr>
          <a:xfrm>
            <a:off x="6453735" y="1419363"/>
            <a:ext cx="129089" cy="129089"/>
            <a:chOff x="4693580" y="1950380"/>
            <a:chExt cx="343240" cy="343240"/>
          </a:xfrm>
        </p:grpSpPr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xmlns="" id="{7C57A6B4-FB6E-4BC4-9430-9FF7C1781642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xmlns="" id="{E30F4F70-F9D6-41A1-B28D-D79095B310BD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xmlns="" id="{021FD8B6-2F88-49CF-9D0D-082F62D8646F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xmlns="" id="{D4E294B1-6630-43C7-A3B9-CCE99753F882}"/>
              </a:ext>
            </a:extLst>
          </p:cNvPr>
          <p:cNvGrpSpPr/>
          <p:nvPr/>
        </p:nvGrpSpPr>
        <p:grpSpPr>
          <a:xfrm>
            <a:off x="4376170" y="2445111"/>
            <a:ext cx="226098" cy="226098"/>
            <a:chOff x="4693580" y="1950380"/>
            <a:chExt cx="343240" cy="343240"/>
          </a:xfrm>
        </p:grpSpPr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xmlns="" id="{D62251D8-D375-48A3-A4D4-01CA8194E404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xmlns="" id="{0628FBB7-EC03-4777-8FF4-BFFE3A1B744E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xmlns="" id="{EDAE818D-1D4C-4303-A01B-C49265AB6C33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xmlns="" id="{481F1341-10CB-40C5-9ABC-A7F648AED570}"/>
              </a:ext>
            </a:extLst>
          </p:cNvPr>
          <p:cNvGrpSpPr/>
          <p:nvPr/>
        </p:nvGrpSpPr>
        <p:grpSpPr>
          <a:xfrm>
            <a:off x="10802326" y="4257600"/>
            <a:ext cx="245040" cy="245040"/>
            <a:chOff x="4693580" y="1950380"/>
            <a:chExt cx="343240" cy="343240"/>
          </a:xfrm>
        </p:grpSpPr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xmlns="" id="{263C4D1B-414E-467A-B937-C25DA0F41337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xmlns="" id="{AD3326C5-1FFF-47B4-BD0E-29A4B6979B36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xmlns="" id="{5F719C89-D1A6-4420-945F-A726B7F7D4A5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xmlns="" id="{63D0F490-F7D9-43CA-9D36-85C3AAB8BB45}"/>
              </a:ext>
            </a:extLst>
          </p:cNvPr>
          <p:cNvGrpSpPr/>
          <p:nvPr/>
        </p:nvGrpSpPr>
        <p:grpSpPr>
          <a:xfrm>
            <a:off x="588158" y="1553530"/>
            <a:ext cx="244790" cy="244790"/>
            <a:chOff x="4693580" y="1950380"/>
            <a:chExt cx="343240" cy="343240"/>
          </a:xfrm>
        </p:grpSpPr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xmlns="" id="{F241DE5A-12E9-4B68-8EDF-A53E2D90C48B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xmlns="" id="{A1DA3850-62F3-4AF2-AD20-58EC4B96A953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xmlns="" id="{B3E21241-94D9-49CB-8BF4-D0C9F0A1D5AF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xmlns="" id="{6BE4D29B-CEA5-4B48-A6BE-315B25FCA2BF}"/>
              </a:ext>
            </a:extLst>
          </p:cNvPr>
          <p:cNvGrpSpPr/>
          <p:nvPr/>
        </p:nvGrpSpPr>
        <p:grpSpPr>
          <a:xfrm>
            <a:off x="5410485" y="819025"/>
            <a:ext cx="223520" cy="223520"/>
            <a:chOff x="4693580" y="1950380"/>
            <a:chExt cx="343240" cy="343240"/>
          </a:xfrm>
        </p:grpSpPr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xmlns="" id="{0EC66101-AE66-4998-A173-192B07C37BB5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xmlns="" id="{988EFCB9-F95E-4323-B029-D5BD97180C4B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xmlns="" id="{F5EB1B3A-223F-456E-B184-6711B149421D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2" name="Овал 31">
            <a:extLst>
              <a:ext uri="{FF2B5EF4-FFF2-40B4-BE49-F238E27FC236}">
                <a16:creationId xmlns:a16="http://schemas.microsoft.com/office/drawing/2014/main" xmlns="" id="{19C472C1-2E89-4683-8718-9B45F76A8EAA}"/>
              </a:ext>
            </a:extLst>
          </p:cNvPr>
          <p:cNvSpPr/>
          <p:nvPr/>
        </p:nvSpPr>
        <p:spPr>
          <a:xfrm>
            <a:off x="615330" y="5217586"/>
            <a:ext cx="343240" cy="343240"/>
          </a:xfrm>
          <a:prstGeom prst="ellipse">
            <a:avLst/>
          </a:prstGeom>
          <a:solidFill>
            <a:srgbClr val="4A6FA5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xmlns="" id="{3396BE46-BC84-4B72-B5B5-4158C024237C}"/>
              </a:ext>
            </a:extLst>
          </p:cNvPr>
          <p:cNvSpPr/>
          <p:nvPr/>
        </p:nvSpPr>
        <p:spPr>
          <a:xfrm>
            <a:off x="1359039" y="-587154"/>
            <a:ext cx="1172368" cy="1172368"/>
          </a:xfrm>
          <a:prstGeom prst="ellipse">
            <a:avLst/>
          </a:prstGeom>
          <a:solidFill>
            <a:srgbClr val="4A6FA5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xmlns="" id="{AABD80FF-4D31-4377-B76F-5DC62A5CD979}"/>
              </a:ext>
            </a:extLst>
          </p:cNvPr>
          <p:cNvSpPr/>
          <p:nvPr/>
        </p:nvSpPr>
        <p:spPr>
          <a:xfrm>
            <a:off x="12006722" y="4331020"/>
            <a:ext cx="343240" cy="343240"/>
          </a:xfrm>
          <a:prstGeom prst="ellipse">
            <a:avLst/>
          </a:prstGeom>
          <a:solidFill>
            <a:srgbClr val="4A6FA5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xmlns="" id="{59DAEFBE-63B2-42F9-870C-B92F2D0864D2}"/>
              </a:ext>
            </a:extLst>
          </p:cNvPr>
          <p:cNvSpPr/>
          <p:nvPr/>
        </p:nvSpPr>
        <p:spPr>
          <a:xfrm>
            <a:off x="-394398" y="-747696"/>
            <a:ext cx="2454692" cy="2454692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xmlns="" id="{EB585DA8-3A82-42F9-B28B-9C687DF7A528}"/>
              </a:ext>
            </a:extLst>
          </p:cNvPr>
          <p:cNvCxnSpPr>
            <a:cxnSpLocks/>
          </p:cNvCxnSpPr>
          <p:nvPr/>
        </p:nvCxnSpPr>
        <p:spPr>
          <a:xfrm>
            <a:off x="-451413" y="1025648"/>
            <a:ext cx="10152773" cy="6995608"/>
          </a:xfrm>
          <a:prstGeom prst="line">
            <a:avLst/>
          </a:prstGeom>
          <a:ln w="3175">
            <a:solidFill>
              <a:srgbClr val="C4C4CE">
                <a:alpha val="7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Овал 48">
            <a:extLst>
              <a:ext uri="{FF2B5EF4-FFF2-40B4-BE49-F238E27FC236}">
                <a16:creationId xmlns:a16="http://schemas.microsoft.com/office/drawing/2014/main" xmlns="" id="{1190EFC0-EE14-4EF7-BF7A-8842B65C3F94}"/>
              </a:ext>
            </a:extLst>
          </p:cNvPr>
          <p:cNvSpPr/>
          <p:nvPr/>
        </p:nvSpPr>
        <p:spPr>
          <a:xfrm>
            <a:off x="11047366" y="-529201"/>
            <a:ext cx="1495392" cy="1495392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xmlns="" id="{179DD10E-8A3E-479D-92E9-0D03ED7BFD77}"/>
              </a:ext>
            </a:extLst>
          </p:cNvPr>
          <p:cNvSpPr/>
          <p:nvPr/>
        </p:nvSpPr>
        <p:spPr>
          <a:xfrm>
            <a:off x="9533442" y="4222408"/>
            <a:ext cx="3729740" cy="3729740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F4E48EA7-330A-4C7C-9C3F-3F9E93FED7B4}"/>
              </a:ext>
            </a:extLst>
          </p:cNvPr>
          <p:cNvSpPr txBox="1"/>
          <p:nvPr/>
        </p:nvSpPr>
        <p:spPr>
          <a:xfrm>
            <a:off x="3382586" y="4304911"/>
            <a:ext cx="54268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srgbClr val="394458"/>
                </a:solidFill>
                <a:latin typeface="Forum" panose="02000000000000000000" pitchFamily="2" charset="0"/>
              </a:rPr>
              <a:t>Спасибо за внимание!</a:t>
            </a:r>
          </a:p>
        </p:txBody>
      </p:sp>
      <p:sp>
        <p:nvSpPr>
          <p:cNvPr id="53" name="Овал 52">
            <a:extLst>
              <a:ext uri="{FF2B5EF4-FFF2-40B4-BE49-F238E27FC236}">
                <a16:creationId xmlns:a16="http://schemas.microsoft.com/office/drawing/2014/main" xmlns="" id="{45C218B8-E0F0-4D20-B80E-FB4F792E8027}"/>
              </a:ext>
            </a:extLst>
          </p:cNvPr>
          <p:cNvSpPr/>
          <p:nvPr/>
        </p:nvSpPr>
        <p:spPr>
          <a:xfrm>
            <a:off x="-982083" y="5192046"/>
            <a:ext cx="2454692" cy="2454692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5817A8D1-C9D6-45DE-8DD2-1C30299F5FF7}"/>
              </a:ext>
            </a:extLst>
          </p:cNvPr>
          <p:cNvSpPr txBox="1"/>
          <p:nvPr/>
        </p:nvSpPr>
        <p:spPr>
          <a:xfrm>
            <a:off x="5120413" y="5009791"/>
            <a:ext cx="1951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rgbClr val="9F9FAF"/>
                </a:solidFill>
                <a:latin typeface="Forum" panose="02000000000000000000" pitchFamily="2" charset="0"/>
              </a:rPr>
              <a:t>До встречи на «Пифагоре»!</a:t>
            </a:r>
          </a:p>
        </p:txBody>
      </p:sp>
    </p:spTree>
    <p:extLst>
      <p:ext uri="{BB962C8B-B14F-4D97-AF65-F5344CB8AC3E}">
        <p14:creationId xmlns:p14="http://schemas.microsoft.com/office/powerpoint/2010/main" val="6294764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Овал 30">
            <a:extLst>
              <a:ext uri="{FF2B5EF4-FFF2-40B4-BE49-F238E27FC236}">
                <a16:creationId xmlns:a16="http://schemas.microsoft.com/office/drawing/2014/main" xmlns="" id="{56950B40-54B4-4D36-A927-F8395F9BCE5A}"/>
              </a:ext>
            </a:extLst>
          </p:cNvPr>
          <p:cNvSpPr/>
          <p:nvPr/>
        </p:nvSpPr>
        <p:spPr>
          <a:xfrm>
            <a:off x="6854024" y="2573849"/>
            <a:ext cx="343240" cy="343240"/>
          </a:xfrm>
          <a:prstGeom prst="ellipse">
            <a:avLst/>
          </a:prstGeom>
          <a:solidFill>
            <a:srgbClr val="4A6FA5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xmlns="" id="{DA2C816C-9202-4E2F-94B2-2F0D24283CE2}"/>
              </a:ext>
            </a:extLst>
          </p:cNvPr>
          <p:cNvSpPr/>
          <p:nvPr/>
        </p:nvSpPr>
        <p:spPr>
          <a:xfrm>
            <a:off x="3396630" y="221997"/>
            <a:ext cx="5400000" cy="5400000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3357CD03-FCD9-46D0-9FCE-04731EBCBE34}"/>
              </a:ext>
            </a:extLst>
          </p:cNvPr>
          <p:cNvSpPr/>
          <p:nvPr/>
        </p:nvSpPr>
        <p:spPr>
          <a:xfrm>
            <a:off x="4231760" y="1057127"/>
            <a:ext cx="3729740" cy="3729740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xmlns="" id="{BD186D4F-C0F1-4D71-AFE9-A027DB3039D0}"/>
              </a:ext>
            </a:extLst>
          </p:cNvPr>
          <p:cNvSpPr/>
          <p:nvPr/>
        </p:nvSpPr>
        <p:spPr>
          <a:xfrm>
            <a:off x="5044878" y="1870245"/>
            <a:ext cx="2103504" cy="2103504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DAF8C25D-250C-4498-BC49-95771629A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911917" y="1282372"/>
            <a:ext cx="4368165" cy="3729741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xmlns="" id="{A1BA9B54-FE15-43FA-BF58-5749D56C83D1}"/>
              </a:ext>
            </a:extLst>
          </p:cNvPr>
          <p:cNvGrpSpPr/>
          <p:nvPr/>
        </p:nvGrpSpPr>
        <p:grpSpPr>
          <a:xfrm>
            <a:off x="6508406" y="1006133"/>
            <a:ext cx="343240" cy="343240"/>
            <a:chOff x="4693580" y="1950380"/>
            <a:chExt cx="343240" cy="343240"/>
          </a:xfrm>
        </p:grpSpPr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xmlns="" id="{7C57A6B4-FB6E-4BC4-9430-9FF7C1781642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xmlns="" id="{E30F4F70-F9D6-41A1-B28D-D79095B310BD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xmlns="" id="{021FD8B6-2F88-49CF-9D0D-082F62D8646F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xmlns="" id="{D4E294B1-6630-43C7-A3B9-CCE99753F882}"/>
              </a:ext>
            </a:extLst>
          </p:cNvPr>
          <p:cNvGrpSpPr/>
          <p:nvPr/>
        </p:nvGrpSpPr>
        <p:grpSpPr>
          <a:xfrm>
            <a:off x="4340196" y="3732188"/>
            <a:ext cx="343240" cy="343240"/>
            <a:chOff x="4693580" y="1950380"/>
            <a:chExt cx="343240" cy="343240"/>
          </a:xfrm>
        </p:grpSpPr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xmlns="" id="{D62251D8-D375-48A3-A4D4-01CA8194E404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xmlns="" id="{0628FBB7-EC03-4777-8FF4-BFFE3A1B744E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xmlns="" id="{EDAE818D-1D4C-4303-A01B-C49265AB6C33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xmlns="" id="{481F1341-10CB-40C5-9ABC-A7F648AED570}"/>
              </a:ext>
            </a:extLst>
          </p:cNvPr>
          <p:cNvGrpSpPr/>
          <p:nvPr/>
        </p:nvGrpSpPr>
        <p:grpSpPr>
          <a:xfrm>
            <a:off x="8220222" y="4184308"/>
            <a:ext cx="343240" cy="343240"/>
            <a:chOff x="4693580" y="1950380"/>
            <a:chExt cx="343240" cy="343240"/>
          </a:xfrm>
        </p:grpSpPr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xmlns="" id="{263C4D1B-414E-467A-B937-C25DA0F41337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xmlns="" id="{AD3326C5-1FFF-47B4-BD0E-29A4B6979B36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xmlns="" id="{5F719C89-D1A6-4420-945F-A726B7F7D4A5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xmlns="" id="{63D0F490-F7D9-43CA-9D36-85C3AAB8BB45}"/>
              </a:ext>
            </a:extLst>
          </p:cNvPr>
          <p:cNvGrpSpPr/>
          <p:nvPr/>
        </p:nvGrpSpPr>
        <p:grpSpPr>
          <a:xfrm>
            <a:off x="3977727" y="4634762"/>
            <a:ext cx="343240" cy="343240"/>
            <a:chOff x="4693580" y="1950380"/>
            <a:chExt cx="343240" cy="343240"/>
          </a:xfrm>
        </p:grpSpPr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xmlns="" id="{F241DE5A-12E9-4B68-8EDF-A53E2D90C48B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xmlns="" id="{A1DA3850-62F3-4AF2-AD20-58EC4B96A953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xmlns="" id="{B3E21241-94D9-49CB-8BF4-D0C9F0A1D5AF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xmlns="" id="{6BE4D29B-CEA5-4B48-A6BE-315B25FCA2BF}"/>
              </a:ext>
            </a:extLst>
          </p:cNvPr>
          <p:cNvGrpSpPr/>
          <p:nvPr/>
        </p:nvGrpSpPr>
        <p:grpSpPr>
          <a:xfrm>
            <a:off x="3825566" y="1044233"/>
            <a:ext cx="343240" cy="343240"/>
            <a:chOff x="4693580" y="1950380"/>
            <a:chExt cx="343240" cy="343240"/>
          </a:xfrm>
        </p:grpSpPr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xmlns="" id="{0EC66101-AE66-4998-A173-192B07C37BB5}"/>
                </a:ext>
              </a:extLst>
            </p:cNvPr>
            <p:cNvSpPr/>
            <p:nvPr/>
          </p:nvSpPr>
          <p:spPr>
            <a:xfrm>
              <a:off x="4775200" y="2032000"/>
              <a:ext cx="180000" cy="180000"/>
            </a:xfrm>
            <a:prstGeom prst="ellipse">
              <a:avLst/>
            </a:prstGeom>
            <a:solidFill>
              <a:srgbClr val="4A6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xmlns="" id="{988EFCB9-F95E-4323-B029-D5BD97180C4B}"/>
                </a:ext>
              </a:extLst>
            </p:cNvPr>
            <p:cNvSpPr/>
            <p:nvPr/>
          </p:nvSpPr>
          <p:spPr>
            <a:xfrm>
              <a:off x="4693580" y="1950380"/>
              <a:ext cx="343240" cy="343240"/>
            </a:xfrm>
            <a:prstGeom prst="ellipse">
              <a:avLst/>
            </a:prstGeom>
            <a:solidFill>
              <a:srgbClr val="4A6FA5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xmlns="" id="{F5EB1B3A-223F-456E-B184-6711B149421D}"/>
                </a:ext>
              </a:extLst>
            </p:cNvPr>
            <p:cNvSpPr/>
            <p:nvPr/>
          </p:nvSpPr>
          <p:spPr>
            <a:xfrm>
              <a:off x="4731680" y="1988480"/>
              <a:ext cx="267040" cy="267040"/>
            </a:xfrm>
            <a:prstGeom prst="ellipse">
              <a:avLst/>
            </a:prstGeom>
            <a:solidFill>
              <a:srgbClr val="4A6FA5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2" name="Овал 31">
            <a:extLst>
              <a:ext uri="{FF2B5EF4-FFF2-40B4-BE49-F238E27FC236}">
                <a16:creationId xmlns:a16="http://schemas.microsoft.com/office/drawing/2014/main" xmlns="" id="{19C472C1-2E89-4683-8718-9B45F76A8EAA}"/>
              </a:ext>
            </a:extLst>
          </p:cNvPr>
          <p:cNvSpPr/>
          <p:nvPr/>
        </p:nvSpPr>
        <p:spPr>
          <a:xfrm>
            <a:off x="1420724" y="3822188"/>
            <a:ext cx="343240" cy="343240"/>
          </a:xfrm>
          <a:prstGeom prst="ellipse">
            <a:avLst/>
          </a:prstGeom>
          <a:solidFill>
            <a:srgbClr val="4A6FA5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xmlns="" id="{3396BE46-BC84-4B72-B5B5-4158C024237C}"/>
              </a:ext>
            </a:extLst>
          </p:cNvPr>
          <p:cNvSpPr/>
          <p:nvPr/>
        </p:nvSpPr>
        <p:spPr>
          <a:xfrm>
            <a:off x="5063804" y="966191"/>
            <a:ext cx="343240" cy="343240"/>
          </a:xfrm>
          <a:prstGeom prst="ellipse">
            <a:avLst/>
          </a:prstGeom>
          <a:solidFill>
            <a:srgbClr val="4A6FA5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xmlns="" id="{AABD80FF-4D31-4377-B76F-5DC62A5CD979}"/>
              </a:ext>
            </a:extLst>
          </p:cNvPr>
          <p:cNvSpPr/>
          <p:nvPr/>
        </p:nvSpPr>
        <p:spPr>
          <a:xfrm>
            <a:off x="10677902" y="3309922"/>
            <a:ext cx="343240" cy="343240"/>
          </a:xfrm>
          <a:prstGeom prst="ellipse">
            <a:avLst/>
          </a:prstGeom>
          <a:solidFill>
            <a:srgbClr val="4A6FA5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xmlns="" id="{59DAEFBE-63B2-42F9-870C-B92F2D0864D2}"/>
              </a:ext>
            </a:extLst>
          </p:cNvPr>
          <p:cNvSpPr/>
          <p:nvPr/>
        </p:nvSpPr>
        <p:spPr>
          <a:xfrm>
            <a:off x="-394398" y="-747696"/>
            <a:ext cx="2454692" cy="2454692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xmlns="" id="{EB585DA8-3A82-42F9-B28B-9C687DF7A528}"/>
              </a:ext>
            </a:extLst>
          </p:cNvPr>
          <p:cNvCxnSpPr>
            <a:cxnSpLocks/>
          </p:cNvCxnSpPr>
          <p:nvPr/>
        </p:nvCxnSpPr>
        <p:spPr>
          <a:xfrm>
            <a:off x="-451413" y="1025648"/>
            <a:ext cx="10152773" cy="6995608"/>
          </a:xfrm>
          <a:prstGeom prst="line">
            <a:avLst/>
          </a:prstGeom>
          <a:ln w="3175">
            <a:solidFill>
              <a:srgbClr val="C4C4CE">
                <a:alpha val="7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Овал 48">
            <a:extLst>
              <a:ext uri="{FF2B5EF4-FFF2-40B4-BE49-F238E27FC236}">
                <a16:creationId xmlns:a16="http://schemas.microsoft.com/office/drawing/2014/main" xmlns="" id="{1190EFC0-EE14-4EF7-BF7A-8842B65C3F94}"/>
              </a:ext>
            </a:extLst>
          </p:cNvPr>
          <p:cNvSpPr/>
          <p:nvPr/>
        </p:nvSpPr>
        <p:spPr>
          <a:xfrm>
            <a:off x="11047366" y="-529201"/>
            <a:ext cx="1495392" cy="1495392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xmlns="" id="{179DD10E-8A3E-479D-92E9-0D03ED7BFD77}"/>
              </a:ext>
            </a:extLst>
          </p:cNvPr>
          <p:cNvSpPr/>
          <p:nvPr/>
        </p:nvSpPr>
        <p:spPr>
          <a:xfrm>
            <a:off x="9533442" y="4222408"/>
            <a:ext cx="3729740" cy="3729740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F4E48EA7-330A-4C7C-9C3F-3F9E93FED7B4}"/>
              </a:ext>
            </a:extLst>
          </p:cNvPr>
          <p:cNvSpPr txBox="1"/>
          <p:nvPr/>
        </p:nvSpPr>
        <p:spPr>
          <a:xfrm>
            <a:off x="1366894" y="5314768"/>
            <a:ext cx="948262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srgbClr val="394458"/>
                </a:solidFill>
                <a:latin typeface="Forum" panose="02000000000000000000" pitchFamily="2" charset="0"/>
              </a:rPr>
              <a:t>Образовательная платформа «Пифагор»</a:t>
            </a:r>
          </a:p>
        </p:txBody>
      </p:sp>
      <p:sp>
        <p:nvSpPr>
          <p:cNvPr id="53" name="Овал 52">
            <a:extLst>
              <a:ext uri="{FF2B5EF4-FFF2-40B4-BE49-F238E27FC236}">
                <a16:creationId xmlns:a16="http://schemas.microsoft.com/office/drawing/2014/main" xmlns="" id="{45C218B8-E0F0-4D20-B80E-FB4F792E8027}"/>
              </a:ext>
            </a:extLst>
          </p:cNvPr>
          <p:cNvSpPr/>
          <p:nvPr/>
        </p:nvSpPr>
        <p:spPr>
          <a:xfrm>
            <a:off x="-982083" y="5192046"/>
            <a:ext cx="2454692" cy="2454692"/>
          </a:xfrm>
          <a:prstGeom prst="ellipse">
            <a:avLst/>
          </a:prstGeom>
          <a:noFill/>
          <a:ln w="6350">
            <a:solidFill>
              <a:srgbClr val="C4C4CE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00231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344</Words>
  <Application>Microsoft Office PowerPoint</Application>
  <PresentationFormat>Произвольный</PresentationFormat>
  <Paragraphs>70</Paragraphs>
  <Slides>11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</dc:creator>
  <cp:lastModifiedBy>Икрамова Т.</cp:lastModifiedBy>
  <cp:revision>6</cp:revision>
  <dcterms:created xsi:type="dcterms:W3CDTF">2026-04-14T19:50:19Z</dcterms:created>
  <dcterms:modified xsi:type="dcterms:W3CDTF">2026-05-14T10:26:18Z</dcterms:modified>
</cp:coreProperties>
</file>